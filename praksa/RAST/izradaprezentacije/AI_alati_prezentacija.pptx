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ALATI UMJETNE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INTELIGENCIJE U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SVAKODANEVNOM ŽIVOTU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3401568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401568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Za odrasle i osobe starije životne dobi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ChatGPT · Google Gemini · Copilot · Canva · Perplexity · NotebookLM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Što je umjetna inteligencija?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AI nije robot iz filmova — to je računalni program naučen na ogromnim količinama teksta, slika i podataka.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Analogija: zamislite bibliotekara koji je pročitao svaku knjigu ikad napisanu i odmah odgovara na svako pitanje.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AI može razgovarati, pisati tekstove, prevoditi, sažimati dokumente i stvarati slike.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Važno: AI ponekad griješi i izmišlja podatke koji zvuče uvjerljivo. Uvijek provjerite važne informacije!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051560"/>
            <a:ext cx="1920240" cy="1920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320040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Nije čarolija.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Je to oruđe.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Kako komunicirati s AI-jem? (Prompt)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4444"/>
                </a:solidFill>
              </a:rPr>
              <a:t>Što je pitanje jasnije i detaljnije, to je odgovor bolji: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33856"/>
            <a:ext cx="4023360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338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❌  LOŠI PROMPTOVI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517904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609344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"Piši mi nešto"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"Prevedite"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"Što jesti?"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"Pomozi mi s računom"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46320" y="1133856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1338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  DOBRI PROMPTOVI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46320" y="1517904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0" y="1609344"/>
            <a:ext cx="3703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"Napiši čestitku za 70. rođendan moje prijateljice Marije koja voli more i cvijeće."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"Prevedi s engleskog na hrvatski i koristi formalan ton."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"Imam dijabetes tipa 2. Predloži mi tjedni jelovnik."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"Dobio sam račun od HEP-a od 450 €. Objasni mi zašto se tako razlikuje."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AI koristan u svakodnevnom životu?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Pisanje poruka i pisama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Žalba, zamolba, čestitka — AI napiše nacrt u sekundi, vi samo prilagodite.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Razumijevanje dokumenata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Medicinski nalazi, pravni tekstovi, računi — AI objasni na razumljiv način.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Prijevod i pretraživanje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Trenutni prijevod s engleskog, talijanskog ili njemačkog. Besplatno.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Ideje i kreativnost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Recepti, planiranje putovanja, čestitke, Facebook objave — AI pomaže s idejama.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Pregled najvažnijih AI alata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/>
                <a:gridCol w="2865120"/>
                <a:gridCol w="2865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Alat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Za što je idealan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 se nalazi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Pisanje, prijevod, objašnjavanje, razgovor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chatgpt.com / App Store / Google Play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Google Gemini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Integracija s Gmailom i Google kalendarom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gemini.google.com / aplikacija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Microsoft Copilot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Ugrađen u Windows, besplatno generira slike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copilot.microsoft.com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Perplexity AI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Svaki odgovor sadrži izvore za provjeru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perplexity.ai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Canva (s AI)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Plakati, čestitke, Facebook objave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canva.com / aplikacija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Google NotebookLM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Bilješke i PDF u podcast razgovor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notebooklm.google.com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ChatGPT: Kreiranje besplatnog računa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502920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502920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Koraci za početak (web i mobitel)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1.   Otvorite chatgpt.com u pregledniku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2.   Kliknite na 'Sign up' (Registrirajte se)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3.   Registrirajte se putem Google računa (najjednostavnije)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4.   Potvrdite e-mail ako ste unijeli ručno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5.   Odmah ste u razgovoru — bez ikakve instalacije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577840" y="804672"/>
            <a:ext cx="3291840" cy="4114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77840" y="804672"/>
            <a:ext cx="329184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0" y="804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POZOR: lažne aplikacije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1298448"/>
            <a:ext cx="3017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U App Storeu i Google Playu postoje </a:t>
            </a:r>
            <a:pPr indent="0" marL="0">
              <a:buNone/>
            </a:pPr>
            <a:r>
              <a:rPr lang="en-US" sz="1300" b="1" dirty="0">
                <a:solidFill>
                  <a:srgbClr val="FF6666"/>
                </a:solidFill>
              </a:rPr>
              <a:t>lažne aplikacije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 s imenom 'ChatGPT'.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Prava aplikacija:
</a:t>
            </a:r>
            <a:pPr indent="0" marL="0">
              <a:buNone/>
            </a:pPr>
            <a:r>
              <a:rPr lang="en-US" sz="1300" dirty="0">
                <a:solidFill>
                  <a:srgbClr val="AAAAAA"/>
                </a:solidFill>
              </a:rPr>
              <a:t>→ Izdavač: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OpenAI
</a:t>
            </a:r>
            <a:pPr indent="0" marL="0">
              <a:buNone/>
            </a:pPr>
            <a:r>
              <a:rPr lang="en-US" sz="1300" dirty="0">
                <a:solidFill>
                  <a:srgbClr val="AAAAAA"/>
                </a:solidFill>
              </a:rPr>
              <a:t>→ Bijeli logotip, crna pozadina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Personalizacija ChatGPT-a: postavljanje jednom, vrijedi zauvijek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Osobnost i ton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7 stilova (Friendly, Direct, Nerdy…). Biramo jednim klikom u Settings &gt; Personalization.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Prilagođene upute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Jednom upišite tko ste i kako želite odgovore — vrijedi za sve buduće razgovore.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Memorija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pamti vaše podatke između razgovora. Upaliti: Settings &gt; Personalization &gt; Memory.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Projekti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Odvojeni 'projekti' za recepte, zdravlje, obitelj — svaki s vlastitim uputama i memorijom.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Promptovi koji stvarno rade — primjeri za svaki dan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Pisanje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20700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"Napiši formalno pismo kojim se žalim Komunalnom redu Split na rupe u asfaltu. Pismo treba biti uljudno, oko 150 riječi."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Zdravlje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18888" y="120700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"Liječnik mi je napisao: 'stenoza aortnog zaliska I35.0'. Objasni mi to na jednostavnom hrvatskom, bez žargona."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Prijevod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" y="331012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"Prevedi ovaj tekst s talijanskog na hrvatski i objasni trebam li nešto poduzeti: [umetni tekst]"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Recepti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18888" y="331012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"Napiši mi recept za pašticadu po dalmatinskoj tradiciji. Imam junetinu, crno vino i sušene šljive."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Generiranje slika: kad AI crta i fotografira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Koji alati generiraju slike?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ChatGPT (besplatno) — DALL-E model, ograničen broj dnevno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Microsoft Copilot (besplatno!) — DALL-E 3, bez plaćanja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Canva AI — Text to Image, idealno za čestitke i postere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Adobe Firefly — firefly.adobe.com, visoka kvaliteta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Google ImageFX — labs.google/experiments/imagefx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Formula za dobru sliku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FORMULA: [Što prikazuje] + [Stil] + [Boje] + [Raspoloženje]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❌ Loše: 'Stara žena na moru'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✓ Dobro: 'Elegantna starica u bijeloj haljini na kamenom zidu kraj mora u Dalmaciji, zalazak sunca, realistično, mirno raspoloženje'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Primjena: čestitke, pozivnice, Facebook objave, slike za ispis!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Tekst koji govori: podcasti, čitanje i diktiranje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Google NotebookLM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Pretvara vaše bilješke i PDF dokumente u podcast s dva AI glasova. Idealno za slušanje umjesto čitanja.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ElevenLabs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Unesi tekst i čuj ga kao prirodan govor. Korisno kad su oči umorne ili za slušanje dok hodate.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Glasovni unos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iPhone/Android: ikona mikrofona na tipkovnici. ChatGPT: pritisnite mikrofon i govorite.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Google Docs diktiranje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Alati &gt; Glasovni unos. Radi s mikrofonom računala — pišite bez tipkanja.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za kreativne projekte i društvene mreže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429768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Projekt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Opis aktivnosti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Facebook objava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ChatGPT piše toplu objavu za obljetnice, putopise ili fotografije iz Dalmacije.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Digitalni obiteljski album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Opišite AI-ju fotografije iz prošlosti — AI piše opise. Kombinirajte u Canvi.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Osobna poezija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AI piše pjesmu o rodnom gradu, djetinjstvu ili dragoj osobi prema vašem opisu.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Obiteljski recept digitalno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Diktirajte recept glasom, AI ga formatira, Canva uredi vizualno — ispiši i uokviride.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Personalizirana razglednica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Kombinirajte AI tekst + AI sliku — ispišite kao pravi suvenir iz Dalmacije.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Što AI radi loše i što NIKADA ne smijete unositi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Ograničenja AI-ja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Izmišlja podatke koji zvuče uvjerljivo — uvijek provjerite medicinsku, pravnu i financijsku informaciju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zna uvijek najnovije vijesti (koristite Perplexity ili Gemini za aktualne teme)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može zamijeniti liječnika — dijagnozu i terapiju određuje liječnik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može zamijeniti odvjetnika — pravni savjeti su generalni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Može biti pristran — kritičko razmišljanje je uvijek nužno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⛔  NIKADA ne unosite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Lozinke, PIN kodove i pristupne podatke bankarstva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Broj kreditne ili debitne kartice i CVV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OIB (osobni identifikacijski broj)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Podatke putovnice ili osobne iskaznice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Fotografije osobnih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Povjerljive poslovne informacije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Koji alat za koji zadatak?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/>
                <a:gridCol w="2865120"/>
                <a:gridCol w="2865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Zadatak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Preporučeni alat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Savjet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Pisanje pisama i e-mailova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ChatGPT, Gemini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Dajte kontekst: kome pišete, zašto, koji ton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Prijevod teksta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ChatGPT, DeepL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DeepL (deepl.com) specijaliziran, često bolji za prijevod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Medicinska pitanja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ChatGPT, Perplexity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Uvijek tražite izvore i konzultirati liječnika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Sažimanje dugačkih tekstova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Gemini, NotebookLM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Kopirajte tekst ili zalijepite link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Generiranje slika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Copilot (besplatno!), Canva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Copilot je najlakši za početnike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Podcast iz teksta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NotebookLM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Google račun dovoljan, besplatno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 prvi tjedan s AI alatima — Checklista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Kreirao/la sam besplatan ChatGPT račun na chatgpt.com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Instalirao/la sam ChatGPT ili Gemini aplikaciju na mobitel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Poslao/la sam prvi prompt ChatGPT-u i dobio/la odgovor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Isprobao/la sam glasovni unos (mikrofon u aplikaciji)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Učitao/la fotografiju u ChatGPT i postavio/la pitanje o njoj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Otvorio/la Canva.com i pregledao/la predloške čestitaka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Isprobao/la generiranje slike u Copilot-u ili ChatGPT-u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Osjetljive podatke (PIN, OIB, lozinka) NIKAD ne unosim u AI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C0000"/>
                </a:solidFill>
              </a:rPr>
              <a:t>Zaključak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6583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AI nije opasan ni zastrašujuć — to je alat poput mobitela. Uči se upotrebom.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Besplatno je dovoljno: ChatGPT, Gemini, Copilot i Canva zadovoljavaju 90% potreba.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AI griješi — provjera informacija ostaje naša odgovornost.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Osobni podaci = tabu: PIN, OIB, lozinka, broj kartice nikad ne idu u chatbot.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Počnite malo — jedan prompt dnevno je dovoljan start. Za tjedan dana imat ćete naviku.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4407408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</a:rPr>
              <a:t>AI je alat. Vi ste mozak koji ga koristi.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823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chatgpt.com  ·  gemini.google.com  ·  canva.com  ·  perplexity.ai  ·  notebooklm.google.com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Alati u Svakodnevnom Životu</dc:title>
  <dc:subject>PptxGenJS Presentation</dc:subject>
  <dc:creator>PptxGenJS</dc:creator>
  <cp:lastModifiedBy>PptxGenJS</cp:lastModifiedBy>
  <cp:revision>1</cp:revision>
  <dcterms:created xsi:type="dcterms:W3CDTF">2026-03-19T08:36:54Z</dcterms:created>
  <dcterms:modified xsi:type="dcterms:W3CDTF">2026-03-19T08:36:54Z</dcterms:modified>
</cp:coreProperties>
</file>