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4" r:id="rId4"/>
    <p:sldId id="275" r:id="rId5"/>
    <p:sldId id="276" r:id="rId6"/>
    <p:sldId id="277" r:id="rId7"/>
    <p:sldId id="258" r:id="rId8"/>
    <p:sldId id="259" r:id="rId9"/>
    <p:sldId id="260" r:id="rId10"/>
    <p:sldId id="261" r:id="rId11"/>
    <p:sldId id="262" r:id="rId12"/>
    <p:sldId id="263" r:id="rId13"/>
    <p:sldId id="27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7" d="100"/>
          <a:sy n="187" d="100"/>
        </p:scale>
        <p:origin x="162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18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8A5E-BE9B-71B2-098F-51AE008E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E2B8E-87D3-D05F-89FD-6B1AFFEAC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F4B87-3228-3B36-2BBA-2C4C9CEA3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78473-F0E2-C6A1-8A7B-34C294C2C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85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2E5FA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E8690A">
              <a:alpha val="50000"/>
            </a:srgbClr>
          </a:solidFill>
          <a:ln w="12700">
            <a:solidFill>
              <a:srgbClr val="E8690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274320"/>
            <a:ext cx="1371600" cy="1371600"/>
          </a:xfrm>
          <a:prstGeom prst="ellipse">
            <a:avLst/>
          </a:prstGeom>
          <a:solidFill>
            <a:srgbClr val="F5A623">
              <a:alpha val="70000"/>
            </a:srgbClr>
          </a:solidFill>
          <a:ln w="12700">
            <a:solidFill>
              <a:srgbClr val="F5A62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14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Umjetna inteligencija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11887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 svakodnevnom životu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029200" cy="54864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21762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Praktični vodič za početnike i sve koji žele naučiti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preglednik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8328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8328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566160"/>
            <a:ext cx="2560320" cy="777240"/>
          </a:xfrm>
          <a:prstGeom prst="rect">
            <a:avLst/>
          </a:prstGeom>
          <a:solidFill>
            <a:srgbClr val="2E5FAC">
              <a:alpha val="6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0" y="35661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Računalo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Canva i ostali AI alati  |  Besplatno dostupno svima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Što je umjetna inteligencija?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1188720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Zamislite bibliotekara koji je pročitao SVAKU knjigu ikad napisanu — i spreman je odgovoriti na svako vaše pitanje, odmah i strpljivo.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Razgovara s vama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 pitanje kao SMS — AI odgovara odmah, na vašem jeziku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Pomaže sa svime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1012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Pisanje pisama, prijevod, recepti, zdravstveni savjeti, planiranje putovanja...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2606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2606040"/>
            <a:ext cx="260604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2606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Besplatno za početi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44768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Osnovna verzija je potpuno besplatna — ne treba platiti ništa za početak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617720"/>
            <a:ext cx="8412480" cy="438912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u="sng" spc="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AI može pogriješiti — uvijek provjerite važne informacije (zdravlje, pravo, financije) s odgovarajućim stručnjakom!</a:t>
            </a:r>
            <a:endParaRPr lang="en-US" sz="1600" u="sng" spc="3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C651F3-C196-FB02-4974-B4D55864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028001"/>
            <a:ext cx="8178799" cy="308749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3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F8BA-23B9-5554-E3B7-935C33A1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39AE28-FAD1-022A-7645-E6A766B51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" y="0"/>
            <a:ext cx="8979742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7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75E32-0A50-418A-0698-BD6A03000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371"/>
            <a:ext cx="9161137" cy="528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56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16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je dostupan na 3 načina — odaberite što vam odgovara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6400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preglednik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3832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bilo koji preglednik (Chrome, Firefox, Safari, Edge) i idite na chatgpt.com.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Nikakva instalacija nije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potrebna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Idealno ako koristite računalo ili tablet.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F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743200" cy="6400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5468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Mobitel (aplikacija)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/ Google Play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6440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Preuzmite besplatnu aplikaciju 'ChatGPT'.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Pažnja: prava aplikacija je od izdavača OpenAI, s bijelim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logotipom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Omoguće je i glasovni unos — govorite umjesto tipkanja!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6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7432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Desktop aplikacija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 na računalo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190488" y="2331720"/>
            <a:ext cx="252374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Posebna aplikacija za Windows i Mac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računala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i kad preglednik nije </a:t>
            </a:r>
            <a:r>
              <a:rPr lang="en-US" sz="19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otvoren</a:t>
            </a: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Lako dostupna s radne površine — kao svaki drugi program.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Sva sučelja mogu se postaviti na HRVATSKI JEZIK  |  Settings ⚙️ → Language → Hrvatski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Kako preuzeti AI na mobitel — korak po korak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Android mobitel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Google Play trgovinu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Upišite u tražilicu: ChatGPT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Odaberite aplikaciju od izdavača OpenAI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1455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Pritisnite gumb 'Instaliraj'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630168"/>
            <a:ext cx="3931920" cy="45720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30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Pričekajte preuzimanje (1-2 minute)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Pritisnite 'Otvori' i registrirajte 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iPhone / iPad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App Store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176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Pritisnite ikonu tražilice (povećalo)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660904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6609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Upišite: ChatGPT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145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Odaberite aplikaciju od OpenAI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630168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630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Pritisnite gumb 'Preuzmi' (oblak ↓)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1148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Pritisnite 'Otvori' i registrirajte 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41248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PAŽNJA: Provjerite da je izdavač 'OpenAI'. U trgovinama postoje lažne aplikacije sličnog naziva!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Kako instalirati AI na računalo (desktop)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93192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Windows računalo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Otvorite preglednik (Chrome ili Edge)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2219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U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tražilicu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upišite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preuzimanje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706624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19125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91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Kliknite na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ikonu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Windows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74320" y="3675888"/>
            <a:ext cx="393192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U Microsoft store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Preuzmi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4160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Spremite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datoteku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 installer I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pratite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korake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instalacije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Mac računalo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1737360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Idite na: chatgpt.com/download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221992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221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Kliknite 'Download for macOS'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706624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7066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Otvorite preuzetu datoteku (.dmg)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54880" y="319125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191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 Povucite ikonu u mapu Applications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675888"/>
            <a:ext cx="3931920" cy="457200"/>
          </a:xfrm>
          <a:prstGeom prst="rect">
            <a:avLst/>
          </a:prstGeom>
          <a:solidFill>
            <a:srgbClr val="FDF0E6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9204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 Pokrenite ChatGPT iz Applications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160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DF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6️⃣  Prijavite se i počnite koristiti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412480" cy="457200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Nije sigurni kako? Zamolite mlađeg člana obitelji ili prijatelja da vam jednom pokaže — i to je to!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Registracija — prvi put u 5 minuta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252728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188720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Idite na chatgpt.com ili otvorite aplikaciju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1911096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11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847088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1847088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Kliknite 'Sign up' ili 'Registracija'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2505456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2505456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Odaberite 'Nastavi s Googleom' — najjednostavnije!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" y="3227832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163824"/>
            <a:ext cx="78638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3163824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Odaberite svoj Google/Gmail račun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" y="3822192"/>
            <a:ext cx="7863840" cy="60350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51560" y="3822192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Pritisnite 'Odobriti' — i gotovo, odmah ste unutra!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274320" y="4526280"/>
            <a:ext cx="8412480" cy="566928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Nemate Google račun? Možete se registrirati s bilo kojom e-mail adresom — ili zamolite ukućane da vam pomognu s prvim korakom.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🇭🇷  Postavite sučelje na Hrvatski jezik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Dobra vijest: ChatGPT i većina AI alata ODGOVARAJU NA HRVATSKOM — čak i ako je sučelje na engleskom! Samo pišite na hrvatskom i dobit ćete odgovor na hrvatskom.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023360" cy="47548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računalu (web)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624328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2432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Kliknite ikonu profila (gore desno)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044952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4495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Odaberite 'Settings' (⚙️ Postavke)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465576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Idite na 'General'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8620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Tražite 'Language'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4306824"/>
            <a:ext cx="4023360" cy="39319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30682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Odaberite 'Croatian - Hrvatski'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727448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72744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Kliknite 'Save'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2103120"/>
            <a:ext cx="402336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103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mobitelu (app)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4663440" y="2624328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62432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Otvorite aplikaciju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3044952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044952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Tapnite ikonu profila (gore desno)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465576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3465576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Tapnite 'Settings' (⚙️)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3886200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3886200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Tapnite 'Language'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4306824"/>
            <a:ext cx="4023360" cy="393192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306824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Odaberite 'Croatian - Hrvatski'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4727448"/>
            <a:ext cx="40233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4727448"/>
            <a:ext cx="3840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Izađite — primijenjeno odmah!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4754880"/>
            <a:ext cx="84124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Nije jasno? Zamolite mlađeg člana obitelji ili prijatelja — ionako je to posao od jedne minute!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Kako </a:t>
            </a: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koristiti</a:t>
            </a: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CHATGPT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Prvenstvena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uporaba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ChatGPT-a je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generiranje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taj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čovjek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kopira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neki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uređivač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teksta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(Word, notepad, …)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</a:t>
            </a:r>
            <a:r>
              <a:rPr lang="en-US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u="sng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uređuje</a:t>
            </a:r>
            <a:endParaRPr lang="en-US" sz="1800" u="sng" dirty="0"/>
          </a:p>
        </p:txBody>
      </p:sp>
      <p:sp>
        <p:nvSpPr>
          <p:cNvPr id="21" name="Shape 19"/>
          <p:cNvSpPr/>
          <p:nvPr/>
        </p:nvSpPr>
        <p:spPr>
          <a:xfrm>
            <a:off x="365760" y="4370832"/>
            <a:ext cx="84124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517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Možete pisati i govoriti sasvim normalno, kao da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nekom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 AI razumije čak i nepotpune rečenice!</a:t>
            </a:r>
            <a:endParaRPr lang="en-US" sz="2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796D23B-E4D0-1FC1-4700-4B629FD03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913" y="49787"/>
            <a:ext cx="1173920" cy="109321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E228DEB-8CA6-AB8B-D7AD-BA98D85B9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843" y="23309"/>
            <a:ext cx="1073971" cy="10739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9A51-E596-0E7A-931B-A1658E9A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91D64E-00B2-7FD8-B7E6-B69F7133ED09}"/>
              </a:ext>
            </a:extLst>
          </p:cNvPr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FF985A-C3BA-8C95-30DA-59162059480A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Tajni sastojak: kako pitati AI da dobijete odlične odgovore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F8C63-2D70-4DF9-B53F-966B1D356B06}"/>
              </a:ext>
            </a:extLst>
          </p:cNvPr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pitanje konkretnije i detaljnije — to je odgovor bolji. To je jedina vještina koju trebate naučiti!</a:t>
            </a:r>
            <a:endParaRPr lang="en-US" sz="1800" u="sng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A85625-5F8F-EADB-939B-7EDE273E76D5}"/>
              </a:ext>
            </a:extLst>
          </p:cNvPr>
          <p:cNvSpPr/>
          <p:nvPr/>
        </p:nvSpPr>
        <p:spPr>
          <a:xfrm>
            <a:off x="365760" y="1664208"/>
            <a:ext cx="37490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E0A4A-A0FC-6FC6-56BE-D34317E97CD6}"/>
              </a:ext>
            </a:extLst>
          </p:cNvPr>
          <p:cNvSpPr/>
          <p:nvPr/>
        </p:nvSpPr>
        <p:spPr>
          <a:xfrm>
            <a:off x="365760" y="16642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Slabo pitanje (vaga odgovor)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39274DC-17F1-46B1-8A0E-3BD395D1DF18}"/>
              </a:ext>
            </a:extLst>
          </p:cNvPr>
          <p:cNvSpPr/>
          <p:nvPr/>
        </p:nvSpPr>
        <p:spPr>
          <a:xfrm>
            <a:off x="4206240" y="1664208"/>
            <a:ext cx="457200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F2BC02-CC35-6049-B4C5-767543770B6C}"/>
              </a:ext>
            </a:extLst>
          </p:cNvPr>
          <p:cNvSpPr/>
          <p:nvPr/>
        </p:nvSpPr>
        <p:spPr>
          <a:xfrm>
            <a:off x="420624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Dobro pitanje (odličan odgovor)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1CFD6C-092B-CCA4-1269-162407E7D908}"/>
              </a:ext>
            </a:extLst>
          </p:cNvPr>
          <p:cNvSpPr/>
          <p:nvPr/>
        </p:nvSpPr>
        <p:spPr>
          <a:xfrm>
            <a:off x="365760" y="2121408"/>
            <a:ext cx="374904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C8FA1F-8C32-6336-366A-3D1AF9403B9D}"/>
              </a:ext>
            </a:extLst>
          </p:cNvPr>
          <p:cNvSpPr/>
          <p:nvPr/>
        </p:nvSpPr>
        <p:spPr>
          <a:xfrm>
            <a:off x="502920" y="21214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 mi nešto</a:t>
            </a: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CB27CE0-2A2A-66E1-1A2F-E2889C95BB02}"/>
              </a:ext>
            </a:extLst>
          </p:cNvPr>
          <p:cNvSpPr/>
          <p:nvPr/>
        </p:nvSpPr>
        <p:spPr>
          <a:xfrm>
            <a:off x="4206240" y="2121408"/>
            <a:ext cx="4572000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720CB9E-0A1B-1C7B-A0B7-898779E0B28F}"/>
              </a:ext>
            </a:extLst>
          </p:cNvPr>
          <p:cNvSpPr/>
          <p:nvPr/>
        </p:nvSpPr>
        <p:spPr>
          <a:xfrm>
            <a:off x="4343400" y="212140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 kratku čestitku za 70. rođendan moje prijateljice Marije koja voli more i cvijeće.</a:t>
            </a:r>
            <a:endParaRPr lang="en-US" sz="1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06D167-008E-4989-C099-E3E11022CBB3}"/>
              </a:ext>
            </a:extLst>
          </p:cNvPr>
          <p:cNvSpPr/>
          <p:nvPr/>
        </p:nvSpPr>
        <p:spPr>
          <a:xfrm>
            <a:off x="365760" y="2871216"/>
            <a:ext cx="374904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8B9B79-BEFB-7856-FEC4-2B311669064A}"/>
              </a:ext>
            </a:extLst>
          </p:cNvPr>
          <p:cNvSpPr/>
          <p:nvPr/>
        </p:nvSpPr>
        <p:spPr>
          <a:xfrm>
            <a:off x="502920" y="287121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jesti?</a:t>
            </a:r>
            <a:endParaRPr lang="en-US" sz="1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0180BE-A1E6-94D7-A25E-B31938241CDD}"/>
              </a:ext>
            </a:extLst>
          </p:cNvPr>
          <p:cNvSpPr/>
          <p:nvPr/>
        </p:nvSpPr>
        <p:spPr>
          <a:xfrm>
            <a:off x="4206240" y="2871216"/>
            <a:ext cx="457200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65834B-2908-D9DD-AF06-C588C40E619C}"/>
              </a:ext>
            </a:extLst>
          </p:cNvPr>
          <p:cNvSpPr/>
          <p:nvPr/>
        </p:nvSpPr>
        <p:spPr>
          <a:xfrm>
            <a:off x="4343400" y="28712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dijabetes tipa 2. Predloži mi što jesti za doručak, ručak i večeru sutra.</a:t>
            </a:r>
            <a:endParaRPr lang="en-US" sz="1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CA9DB5-2E84-7864-1DE8-F2E946CFD21E}"/>
              </a:ext>
            </a:extLst>
          </p:cNvPr>
          <p:cNvSpPr/>
          <p:nvPr/>
        </p:nvSpPr>
        <p:spPr>
          <a:xfrm>
            <a:off x="365760" y="3621024"/>
            <a:ext cx="3749040" cy="68580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911AC1-4B4B-3057-038A-20212BD92FBA}"/>
              </a:ext>
            </a:extLst>
          </p:cNvPr>
          <p:cNvSpPr/>
          <p:nvPr/>
        </p:nvSpPr>
        <p:spPr>
          <a:xfrm>
            <a:off x="502920" y="3621024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Prevedite ovo</a:t>
            </a:r>
            <a:endParaRPr lang="en-US" sz="1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F291C53-1445-5201-CFEC-7FE0E21EA6E4}"/>
              </a:ext>
            </a:extLst>
          </p:cNvPr>
          <p:cNvSpPr/>
          <p:nvPr/>
        </p:nvSpPr>
        <p:spPr>
          <a:xfrm>
            <a:off x="4206240" y="3621024"/>
            <a:ext cx="4572000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D3FC40E-A98F-1611-6DC9-93A657E82811}"/>
              </a:ext>
            </a:extLst>
          </p:cNvPr>
          <p:cNvSpPr/>
          <p:nvPr/>
        </p:nvSpPr>
        <p:spPr>
          <a:xfrm>
            <a:off x="4343400" y="362102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 ovaj tekst s talijanskog na hrvatski i objasni mi što trebam poduzeti.</a:t>
            </a:r>
            <a:endParaRPr lang="en-US" sz="1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8864F6-06E9-2FC7-18F3-6920E8EDE89F}"/>
              </a:ext>
            </a:extLst>
          </p:cNvPr>
          <p:cNvSpPr/>
          <p:nvPr/>
        </p:nvSpPr>
        <p:spPr>
          <a:xfrm>
            <a:off x="365760" y="4370832"/>
            <a:ext cx="84124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2ECAB3-2857-2711-3E83-B636AA971021}"/>
              </a:ext>
            </a:extLst>
          </p:cNvPr>
          <p:cNvSpPr/>
          <p:nvPr/>
        </p:nvSpPr>
        <p:spPr>
          <a:xfrm>
            <a:off x="502920" y="4517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Možete pisati i govoriti sasvim normalno, kao da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nekom</a:t>
            </a: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 AI razumije čak i nepotpune rečenice!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499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AI u praksi — primjeri koji odmah koristite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Zdravlje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709928"/>
            <a:ext cx="4114800" cy="749808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70992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"Objasni mi dijagnozu stenoza aortnog zaliska na jednostavnom jeziku"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74320" y="25328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57860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"Predloži jelovnik za dijabetes tipa 2 za ovaj tjedan"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274320" y="3355848"/>
            <a:ext cx="4114800" cy="749808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34472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"Mogu li uz metformin uzimati aspirin?"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Pisma i poruke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709928"/>
            <a:ext cx="4114800" cy="7498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75564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170992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formalno pismo žalbe Komunalnom redu zbog rupa u asfaltu"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754880" y="2532888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257860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257860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čestitku za 50. godišnjicu braka moje sestre"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4754880" y="3355848"/>
            <a:ext cx="4114800" cy="74980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3401568"/>
            <a:ext cx="274320" cy="2743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0" y="3447288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"Pomozi mi napisati odgovor HZZO-u o dostavi dokumentacije"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274320" y="4412776"/>
            <a:ext cx="8412480" cy="680432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45133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VAŽNO: Za zdravstvena, pravna i financijska pitanja — AI može objasniti i uputiti, no konačnu odluku donosi STRUČNJAK (liječnik, odvjetnik, savjetnik)!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Još primjera — prijevod, recepti, obitelj i putovanja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Prijevod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188720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65960" y="11887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"Prevedi ovaj talijanski dokument na hrvatski i reci treba li nešto poduzeti"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1463040" cy="6400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9019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Recepti i kuhanje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1901952"/>
            <a:ext cx="7040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901952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mi recept za pašticadu prema dalmatinskoj tradiciji. Imam junetinu i crno vino."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615184"/>
            <a:ext cx="1463040" cy="64008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61518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👨‍👩‍👧‍👦  Obitelj i čestitke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2615184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261518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"Napiši čestitku za majčin dan za mamu od 85 godina, kratku i toplu, za uokviriti"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328416"/>
            <a:ext cx="146304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32841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Planiranje putovanja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0" y="3328416"/>
            <a:ext cx="7040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65960" y="332841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"Planiram izlet na Hvar s bakom od 72 god. koja teže hoda. Što savjetuješ?"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4041648"/>
            <a:ext cx="146304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0416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Prava i zakoni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828800" y="4041648"/>
            <a:ext cx="7040880" cy="64008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965960" y="404164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"Koja su moja prava kao umirovljenik na popuste u prijevozu i lijekovima u RH?"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412480" cy="347472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Uvijek možete zamoliti nekoga tko koristi AI da vam uživo pokaže — to je najbrži način učenja!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🎙️  Govorite umjesto tipkanja — i fotografirajte dokumente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75488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Glasovni unos na mobitelu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709928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Pritisnite ikonu mikrofona 🎤 u aplikaciji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85416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2185416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Govorite normalno — ne treba sporo ni glasno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660904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razumije hrvatski jezik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136392"/>
            <a:ext cx="411480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36392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Odlično za osobe s artritisom ili slabijim vidom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611880"/>
            <a:ext cx="4114800" cy="448056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3611880"/>
            <a:ext cx="3840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Možete i SLUŠATI odgovor glasom — 'Read aloud'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1887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Fotografirajte i pošaljite AI-u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1709928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1709928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Liječnički nalaz → AI objasni na razumljiv način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185416"/>
            <a:ext cx="4297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85416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 Račun ili uplatnica → provjeri je li ispravno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660904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9160" y="2660904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Natpis na stranom jeziku → odmah prijevod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3136392"/>
            <a:ext cx="4297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136392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dokument → sažetak u 5 rečenica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611880"/>
            <a:ext cx="4297680" cy="4480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611880"/>
            <a:ext cx="402336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Ručno pisani recept → AI ga prepiše uredno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412480" cy="594360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977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Kako priložiti fotografiju: pritisnite ikonu spajalice 📎 pored polja za tekst → odaberite fotografiju iz galerije ili fotografirajte → napišite pitanje → pošaljite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41248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Besplatna verzija ChatGPT-a podržava fotografije i PDF dokumente bez plaćanja!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Projekti i memorija — AI koji vas pamti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MEMORIJA: ChatGPT može zapamtiti tko ste i što volite — i koristiti to u svakom razgovoru. Dovoljno je jednom reći npr. 'Zapamti da imam dijabetes i da preferiram kratke odgovore na hrvatskom.'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4023360" cy="9144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Zdravlje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"Zapamti: uzimam statine, imam visoki tlak"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4023360" cy="914400"/>
          </a:xfrm>
          <a:prstGeom prst="rect">
            <a:avLst/>
          </a:prstGeom>
          <a:solidFill>
            <a:srgbClr val="FEF9E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Prehrana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35915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"Zapamti: ne jedem svinjetinu, volim mediteransku kuhinju"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44952"/>
            <a:ext cx="4023360" cy="9144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Jezik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346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"Uvijek odgovaraj na hrvatskom, bez žargona."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3044952"/>
            <a:ext cx="4023360" cy="914400"/>
          </a:xfrm>
          <a:prstGeom prst="rect">
            <a:avLst/>
          </a:prstGeom>
          <a:solidFill>
            <a:srgbClr val="FEF9E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3090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Obitelj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34670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"Unuci: Luka (8) i Tina (11), žive u Zagrebu."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05656"/>
            <a:ext cx="8412480" cy="438912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0565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PROJEKTI — odvojene 'mape' za različite teme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Zdravlje i lijekovi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46888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Recepti i prehrana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Planiranje putovanja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4590288"/>
            <a:ext cx="1920240" cy="457200"/>
          </a:xfrm>
          <a:prstGeom prst="rect">
            <a:avLst/>
          </a:prstGeom>
          <a:solidFill>
            <a:srgbClr val="D6E4F7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75120" y="45902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Pisma i dokumenti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507492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Pronađite 'Projects' u lijevoj bočnoj traci → kliknite '+' → imenujte npr. 'Moji recepti'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Sigurnost — što NIKADA ne unositi u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7548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OVE PODATKE NIKAD NE UNOSITE: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Lozinke i PIN kodovi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Broj kreditne/debitne kartice i CVV kod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OIB (osobni identifikacijski broj)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Broj putovnice ili osobne iskaznice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754880" cy="429768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Podatke o bankovnom računu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4754880" cy="429768"/>
          </a:xfrm>
          <a:prstGeom prst="rect">
            <a:avLst/>
          </a:prstGeom>
          <a:solidFill>
            <a:srgbClr val="FFF8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4572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Osobne podatke trećih osoba bez njihovog pristanka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0" y="1188720"/>
            <a:ext cx="3520440" cy="41148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0" y="11887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Kako se zaštititi: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03520" y="1645920"/>
            <a:ext cx="352044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367528" y="1709928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67528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16459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Data Controls → isključite 'Improve model for everyone'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2304288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67528" y="2368296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67528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230428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osjetljive teme koristite 'Temporary Chat' — ne pamti ništa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303520" y="2962656"/>
            <a:ext cx="3520440" cy="594360"/>
          </a:xfrm>
          <a:prstGeom prst="rect">
            <a:avLst/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67528" y="3026664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67528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15000" y="296265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Možete obrisati povijest razgovora u Settings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03520" y="3621024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67528" y="3685032"/>
            <a:ext cx="274320" cy="2743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67528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15000" y="362102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medicinska, pravna i financijska pitanja uvijek konzultirajte stručnjaka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663440"/>
            <a:ext cx="8412480" cy="438912"/>
          </a:xfrm>
          <a:prstGeom prst="rect">
            <a:avLst/>
          </a:prstGeom>
          <a:solidFill>
            <a:srgbClr val="FEF9EC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663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AI može informirati i uputiti, ali za ozbiljna pitanja (zdravlje, pravo, novac) — obratite se stručnjaku. To je zlatno pravilo!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Canva — dizajnirajte bez iskustva dizajnera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D6E4F7"/>
          </a:solidFill>
          <a:ln w="254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Za Canvu postoji poseban, dublji tutorial. Ovdje dobivate kratki uvod — ako vas zanima više, samo pitajte predavača!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Čestitke za sve prilike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7355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Pozivnice za obiteljska slavlja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92024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92024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08192" y="22494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objave i naslovnice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891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Plakati i okviri za ispis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7355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Kalendari s obiteljskim fotografijama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35040" y="2926080"/>
            <a:ext cx="2606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06040" cy="3200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35040" y="2926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08192" y="325526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Letci i obavijesti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3995928"/>
            <a:ext cx="8412480" cy="438912"/>
          </a:xfrm>
          <a:prstGeom prst="rect">
            <a:avLst/>
          </a:prstGeom>
          <a:solidFill>
            <a:srgbClr val="E8F5EC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9959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Idite na: canva.com  |  Prijavite se s Google računom  |  Besplatno za osnovne funkcije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365760" y="4526280"/>
            <a:ext cx="8412480" cy="566928"/>
          </a:xfrm>
          <a:prstGeom prst="rect">
            <a:avLst/>
          </a:prstGeom>
          <a:solidFill>
            <a:srgbClr val="FEF9E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5262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Kratki koraci: Otvorite canva.com → Kliknite 'Kreiraj dizajn' → Odaberite format (Čestitka, Post…) → Odaberite predložak → Promijenite tekst → Preuzmite kao JPG ili PDF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Pet zlatnih pravila za sigurno i korisno korištenje AI-a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502920" cy="502920"/>
          </a:xfrm>
          <a:prstGeom prst="ellipse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143000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griješi — vi ste pametniji: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može izmisliti podatke koji zvuče uvjerljivo. Uvijek provjerite važne informacije na drugom izvoru ili kod stručnjaka.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1892808"/>
            <a:ext cx="7955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9110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Stručnjak je uvijek posljednja riječ: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8541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Liječnik, odvjetnik, savjetnik — AI može pomoći razumjeti situaciju, ali ne može zamijeniti stručnu osobu.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502920" cy="502920"/>
          </a:xfrm>
          <a:prstGeom prst="ellipse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734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2642616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6609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Tajni podaci ostaju tajni: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93522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OIB, lozinka, kartica — to nikada ne ide u AI chatbot, ni pod kojim uvjetima.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483864"/>
            <a:ext cx="502920" cy="50292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3392424"/>
            <a:ext cx="7955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Počnite polako — jedan prompt dnevno: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6850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potrebe učiti sve odjednom. Jedan prompt dnevno za tjedan dana — i imat ćete naviku.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233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4400" y="4142232"/>
            <a:ext cx="7955280" cy="676656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4160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Tražite pomoć od bližnjih: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nešto nije jasno — zamolite mlađeg člana obitelji. Oni su naučili kroz pokušaj i grešku, baš kao i vi.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2E5FAC">
              <a:alpha val="50000"/>
            </a:srgbClr>
          </a:solidFill>
          <a:ln w="12700">
            <a:solidFill>
              <a:srgbClr val="2E5FA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286000" cy="2286000"/>
          </a:xfrm>
          <a:prstGeom prst="ellipse">
            <a:avLst/>
          </a:prstGeom>
          <a:solidFill>
            <a:srgbClr val="E8690A">
              <a:alpha val="50000"/>
            </a:srgbClr>
          </a:solidFill>
          <a:ln w="12700">
            <a:solidFill>
              <a:srgbClr val="E8690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Sada je vaš red!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je alat — vi ste mozak koji ga koristi.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377440" cy="777240"/>
          </a:xfrm>
          <a:prstGeom prst="rect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chatgpt.com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solidFill>
            <a:srgbClr val="E8690A"/>
          </a:solidFill>
          <a:ln w="12700">
            <a:solidFill>
              <a:srgbClr val="E869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canva.com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solidFill>
            <a:srgbClr val="2E5FAC"/>
          </a:solidFill>
          <a:ln w="12700">
            <a:solidFill>
              <a:srgbClr val="2E5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solidFill>
            <a:srgbClr val="2E5FAC">
              <a:alpha val="5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D6E4F7"/>
                </a:solidFill>
              </a:rPr>
              <a:t>Svaka nova tehnologija izazivala je strah i sumnju —
Pismo, tisak, telefon, internet...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Svaki put, oni koji su je prihvatili živjeli su lakše. 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5A623"/>
                </a:solidFill>
              </a:rPr>
              <a:t>AI nije iznimka.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Jedan prompt dnevno. Za tjedan dana — nova navika.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Materijali koje nosite kući sadrže sve upute i primjere iz ove radionice.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1912</Words>
  <Application>Microsoft Office PowerPoint</Application>
  <PresentationFormat>On-screen Show (16:9)</PresentationFormat>
  <Paragraphs>242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 svakodnevnom životu</dc:title>
  <dc:subject>PptxGenJS Presentation</dc:subject>
  <dc:creator>PptxGenJS</dc:creator>
  <cp:lastModifiedBy>Bruno Bilandžić</cp:lastModifiedBy>
  <cp:revision>7</cp:revision>
  <dcterms:created xsi:type="dcterms:W3CDTF">2026-03-19T12:32:19Z</dcterms:created>
  <dcterms:modified xsi:type="dcterms:W3CDTF">2026-03-19T13:16:47Z</dcterms:modified>
</cp:coreProperties>
</file>