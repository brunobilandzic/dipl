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nije presmetan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potpisuje tekst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sigurni —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1855</Words>
  <Application>Microsoft Office PowerPoint</Application>
  <PresentationFormat>On-screen Show (16:9)</PresentationFormat>
  <Paragraphs>209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6</cp:revision>
  <dcterms:created xsi:type="dcterms:W3CDTF">2026-03-19T08:40:50Z</dcterms:created>
  <dcterms:modified xsi:type="dcterms:W3CDTF">2026-03-31T08:35:31Z</dcterms:modified>
</cp:coreProperties>
</file>