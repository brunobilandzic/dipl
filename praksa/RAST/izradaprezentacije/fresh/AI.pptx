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63" r:id="rId4"/>
    <p:sldId id="258" r:id="rId5"/>
    <p:sldId id="259" r:id="rId6"/>
    <p:sldId id="262" r:id="rId7"/>
    <p:sldId id="260" r:id="rId8"/>
    <p:sldId id="261" r:id="rId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210" d="100"/>
          <a:sy n="210" d="100"/>
        </p:scale>
        <p:origin x="384" y="1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14702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81C90-EA81-073D-E3B3-2A9E973B8F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92BF6D1-0555-6AC9-B62C-D5D79E42D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F0CD1E-EA92-7D1E-C62C-C97B25FFB3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99A6F12-FFFF-3B8C-D9A0-9FB9F2B60E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37667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-548640"/>
            <a:ext cx="3474720" cy="3474720"/>
          </a:xfrm>
          <a:prstGeom prst="ellipse">
            <a:avLst/>
          </a:prstGeom>
          <a:solidFill>
            <a:srgbClr val="2E6DA4">
              <a:alpha val="40000"/>
            </a:srgbClr>
          </a:solidFill>
          <a:ln w="12700">
            <a:solidFill>
              <a:srgbClr val="2E6DA4">
                <a:alpha val="4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132320" y="-91440"/>
            <a:ext cx="2286000" cy="2286000"/>
          </a:xfrm>
          <a:prstGeom prst="ellipse">
            <a:avLst/>
          </a:prstGeom>
          <a:solidFill>
            <a:srgbClr val="E8A922">
              <a:alpha val="60000"/>
            </a:srgbClr>
          </a:solidFill>
          <a:ln w="12700">
            <a:solidFill>
              <a:srgbClr val="E8A922">
                <a:alpha val="6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74320"/>
            <a:ext cx="1097280" cy="10972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109728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E8A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koristiti</a:t>
            </a:r>
            <a:endParaRPr lang="en-US" sz="3600" dirty="0"/>
          </a:p>
        </p:txBody>
      </p:sp>
      <p:sp>
        <p:nvSpPr>
          <p:cNvPr id="6" name="Text 3"/>
          <p:cNvSpPr/>
          <p:nvPr/>
        </p:nvSpPr>
        <p:spPr>
          <a:xfrm>
            <a:off x="640080" y="178308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Umjetnu Inteligenciju</a:t>
            </a:r>
            <a:endParaRPr lang="en-US" sz="4800" dirty="0"/>
          </a:p>
        </p:txBody>
      </p:sp>
      <p:sp>
        <p:nvSpPr>
          <p:cNvPr id="7" name="Text 4"/>
          <p:cNvSpPr/>
          <p:nvPr/>
        </p:nvSpPr>
        <p:spPr>
          <a:xfrm>
            <a:off x="640080" y="2834640"/>
            <a:ext cx="7315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Jednostavan vodič za svakodnevni život</a:t>
            </a:r>
            <a:endParaRPr lang="en-US" sz="2200" dirty="0"/>
          </a:p>
        </p:txBody>
      </p:sp>
      <p:sp>
        <p:nvSpPr>
          <p:cNvPr id="8" name="Shape 5"/>
          <p:cNvSpPr/>
          <p:nvPr/>
        </p:nvSpPr>
        <p:spPr>
          <a:xfrm>
            <a:off x="0" y="4480560"/>
            <a:ext cx="9144000" cy="658368"/>
          </a:xfrm>
          <a:prstGeom prst="rect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457200" y="4526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Nije potrebno nikakvo predznanje  •  Korak po korak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 je Umjetna Inteligencija?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8229600" cy="1097280"/>
          </a:xfrm>
          <a:prstGeom prst="rect">
            <a:avLst/>
          </a:prstGeom>
          <a:solidFill>
            <a:srgbClr val="D6E8F7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261872"/>
            <a:ext cx="7863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AI je kao jako pametan asistent kojeg možete pitati bilo što — i odmah dobiti odgovor!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5720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2606040"/>
            <a:ext cx="45720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Traži informacije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54864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Odgovori na pitanja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sekundi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352044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17720" y="2606040"/>
            <a:ext cx="457200" cy="4572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61188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Razgovara s vama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61188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Poput razgovora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prijateljem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583680" y="2468880"/>
            <a:ext cx="26517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101600" dist="381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80960" y="260604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0" y="3127248"/>
            <a:ext cx="2468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Razumije jezik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6675120" y="3611880"/>
            <a:ext cx="2468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Piše, prevodi,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sažima tekstove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F8EE620-14B1-8AFB-026A-F8DB8E5925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9343" y="323804"/>
            <a:ext cx="5532375" cy="1630544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  <p:pic>
        <p:nvPicPr>
          <p:cNvPr id="7" name="Graphic 6" descr="Wave Gesture outline">
            <a:extLst>
              <a:ext uri="{FF2B5EF4-FFF2-40B4-BE49-F238E27FC236}">
                <a16:creationId xmlns:a16="http://schemas.microsoft.com/office/drawing/2014/main" id="{5BA25C3A-2D82-B138-1B50-B111B56554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38886" y="1881655"/>
            <a:ext cx="914400" cy="914400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29C6A9A9-7EF5-72BB-86E3-63338A834B64}"/>
              </a:ext>
            </a:extLst>
          </p:cNvPr>
          <p:cNvSpPr/>
          <p:nvPr/>
        </p:nvSpPr>
        <p:spPr>
          <a:xfrm rot="6076246">
            <a:off x="3236748" y="2086630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E2289FD-D225-2A9A-B01D-2E1786819B66}"/>
              </a:ext>
            </a:extLst>
          </p:cNvPr>
          <p:cNvSpPr/>
          <p:nvPr/>
        </p:nvSpPr>
        <p:spPr>
          <a:xfrm rot="21222773">
            <a:off x="4060390" y="2050828"/>
            <a:ext cx="391235" cy="2900817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 descr="Wave Gesture outline">
            <a:extLst>
              <a:ext uri="{FF2B5EF4-FFF2-40B4-BE49-F238E27FC236}">
                <a16:creationId xmlns:a16="http://schemas.microsoft.com/office/drawing/2014/main" id="{CF2ABCF7-9856-72AF-FFB6-91F192C515B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548987" flipH="1">
            <a:off x="5537805" y="2480996"/>
            <a:ext cx="862355" cy="91440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12F12203-396D-1D94-89E7-A78808B14332}"/>
              </a:ext>
            </a:extLst>
          </p:cNvPr>
          <p:cNvSpPr/>
          <p:nvPr/>
        </p:nvSpPr>
        <p:spPr>
          <a:xfrm rot="6076246">
            <a:off x="4949082" y="2307806"/>
            <a:ext cx="174674" cy="1418851"/>
          </a:xfrm>
          <a:prstGeom prst="rect">
            <a:avLst/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36191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vam AI može pomoći?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3840480" cy="1600200"/>
          </a:xfrm>
          <a:prstGeom prst="rect">
            <a:avLst/>
          </a:prstGeom>
          <a:solidFill>
            <a:srgbClr val="EBF5EB"/>
          </a:solidFill>
          <a:ln w="12700">
            <a:solidFill>
              <a:srgbClr val="4CAF5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73736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Zdravlje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234440" y="1755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Pitajte o simptomima, lijekovima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zdravim navikama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4800600" y="1188720"/>
            <a:ext cx="3840480" cy="1600200"/>
          </a:xfrm>
          <a:prstGeom prst="rect">
            <a:avLst/>
          </a:prstGeom>
          <a:solidFill>
            <a:srgbClr val="FFF8E1"/>
          </a:solidFill>
          <a:ln w="12700">
            <a:solidFill>
              <a:srgbClr val="FF980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173736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577840" y="13716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Organizacija</a:t>
            </a:r>
            <a:endParaRPr lang="en-US" sz="1700" dirty="0"/>
          </a:p>
        </p:txBody>
      </p:sp>
      <p:sp>
        <p:nvSpPr>
          <p:cNvPr id="11" name="Text 7"/>
          <p:cNvSpPr/>
          <p:nvPr/>
        </p:nvSpPr>
        <p:spPr>
          <a:xfrm>
            <a:off x="5577840" y="17556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Planiranje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dana, </a:t>
            </a:r>
            <a:r>
              <a:rPr lang="en-US" sz="1300" dirty="0" err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putovanja</a:t>
            </a: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popis za kupovinu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457200" y="3017520"/>
            <a:ext cx="3840480" cy="1600200"/>
          </a:xfrm>
          <a:prstGeom prst="rect">
            <a:avLst/>
          </a:prstGeom>
          <a:solidFill>
            <a:srgbClr val="E3F2FD"/>
          </a:solidFill>
          <a:ln w="12700">
            <a:solidFill>
              <a:srgbClr val="2196F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356616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Prijevod</a:t>
            </a:r>
            <a:endParaRPr lang="en-US" sz="1700" dirty="0"/>
          </a:p>
        </p:txBody>
      </p:sp>
      <p:sp>
        <p:nvSpPr>
          <p:cNvPr id="15" name="Text 10"/>
          <p:cNvSpPr/>
          <p:nvPr/>
        </p:nvSpPr>
        <p:spPr>
          <a:xfrm>
            <a:off x="1234440" y="35844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Prevedite poruke,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e-mailove ili web stranice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4800600" y="3017520"/>
            <a:ext cx="3840480" cy="1600200"/>
          </a:xfrm>
          <a:prstGeom prst="rect">
            <a:avLst/>
          </a:prstGeom>
          <a:solidFill>
            <a:srgbClr val="FCE4EC"/>
          </a:solidFill>
          <a:ln w="12700">
            <a:solidFill>
              <a:srgbClr val="E91E63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983480" y="356616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577840" y="32004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Pretraživanje</a:t>
            </a:r>
            <a:endParaRPr lang="en-US" sz="1700" dirty="0"/>
          </a:p>
        </p:txBody>
      </p:sp>
      <p:sp>
        <p:nvSpPr>
          <p:cNvPr id="19" name="Text 13"/>
          <p:cNvSpPr/>
          <p:nvPr/>
        </p:nvSpPr>
        <p:spPr>
          <a:xfrm>
            <a:off x="5577840" y="3584448"/>
            <a:ext cx="2926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Recept, vremenska prognoza,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vijesti — sve na jednom mjestu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Kako početi — 3 jednostavna koraka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749808" y="219456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" cy="8229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1554480" y="118872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828800" y="12618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web preglednik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828800" y="162763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računalu ili mobitelu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 Chrome, Firefox ili Safari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49808" y="342900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57200" y="2423160"/>
            <a:ext cx="822960" cy="822960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7200" y="2468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/>
          <p:cNvSpPr/>
          <p:nvPr/>
        </p:nvSpPr>
        <p:spPr>
          <a:xfrm>
            <a:off x="1554480" y="242316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9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828800" y="24963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Idite na chatgpt.com ili claude.ai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828800" y="28620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 stranice su besplatne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ne trebaju instalaciju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5720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1554480" y="365760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1828800" y="3730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Napišite svoje pitanje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828800" y="409651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Kao da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pišete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SMS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poruku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prijatelju —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pisano, jasno i jednostavno</a:t>
            </a:r>
            <a:endParaRPr lang="en-US" sz="1400" dirty="0"/>
          </a:p>
        </p:txBody>
      </p:sp>
      <p:pic>
        <p:nvPicPr>
          <p:cNvPr id="1026" name="Picture 2" descr="World Wide Web Icon PNG Transparent Background, Free Download #3017 -  FreeIconsPNG">
            <a:extLst>
              <a:ext uri="{FF2B5EF4-FFF2-40B4-BE49-F238E27FC236}">
                <a16:creationId xmlns:a16="http://schemas.microsoft.com/office/drawing/2014/main" id="{D61C38CA-FD73-3861-F789-3578759744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4940" y="378060"/>
            <a:ext cx="1072680" cy="10726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6BAD86-F355-6B6B-19A0-6371AF1B4A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29970BDC-978F-C1DF-7458-1D6CD9191821}"/>
              </a:ext>
            </a:extLst>
          </p:cNvPr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ACE52E5-A18D-3AA9-7EA8-6D677799578A}"/>
              </a:ext>
            </a:extLst>
          </p:cNvPr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Instalacija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aplikacije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</a:t>
            </a:r>
            <a:endParaRPr lang="en-US" sz="30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9D040012-ADDC-AE40-B338-0C492E62D349}"/>
              </a:ext>
            </a:extLst>
          </p:cNvPr>
          <p:cNvSpPr/>
          <p:nvPr/>
        </p:nvSpPr>
        <p:spPr>
          <a:xfrm>
            <a:off x="749808" y="219456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CEB6BCEB-2799-A6E8-A592-C5A95120FB17}"/>
              </a:ext>
            </a:extLst>
          </p:cNvPr>
          <p:cNvSpPr/>
          <p:nvPr/>
        </p:nvSpPr>
        <p:spPr>
          <a:xfrm>
            <a:off x="457200" y="1188720"/>
            <a:ext cx="822960" cy="822960"/>
          </a:xfrm>
          <a:prstGeom prst="ellipse">
            <a:avLst/>
          </a:prstGeom>
          <a:solidFill>
            <a:srgbClr val="2E6DA4"/>
          </a:solidFill>
          <a:ln w="12700">
            <a:solidFill>
              <a:srgbClr val="2E6DA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A5A33FAE-1246-2FC6-5BA1-AB6352659222}"/>
              </a:ext>
            </a:extLst>
          </p:cNvPr>
          <p:cNvSpPr/>
          <p:nvPr/>
        </p:nvSpPr>
        <p:spPr>
          <a:xfrm>
            <a:off x="457200" y="123444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AE26DE9-7D90-C7DC-1E5C-AAC45D82C873}"/>
              </a:ext>
            </a:extLst>
          </p:cNvPr>
          <p:cNvSpPr/>
          <p:nvPr/>
        </p:nvSpPr>
        <p:spPr>
          <a:xfrm>
            <a:off x="1554480" y="118872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E6DA4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5872A695-6C69-64CD-026F-01F3D06E4F0A}"/>
              </a:ext>
            </a:extLst>
          </p:cNvPr>
          <p:cNvSpPr/>
          <p:nvPr/>
        </p:nvSpPr>
        <p:spPr>
          <a:xfrm>
            <a:off x="1828800" y="126187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8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trgovinu</a:t>
            </a:r>
            <a:endParaRPr lang="en-US" sz="18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DDFEEBE5-F0E8-5FAE-5B3D-6A79A1DAE40A}"/>
              </a:ext>
            </a:extLst>
          </p:cNvPr>
          <p:cNvSpPr/>
          <p:nvPr/>
        </p:nvSpPr>
        <p:spPr>
          <a:xfrm>
            <a:off x="1828800" y="162763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trgovinu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“Google Play”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android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“App store”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iPhone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mobitelima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0" name="Shape 8">
            <a:extLst>
              <a:ext uri="{FF2B5EF4-FFF2-40B4-BE49-F238E27FC236}">
                <a16:creationId xmlns:a16="http://schemas.microsoft.com/office/drawing/2014/main" id="{794ED278-EAB2-D4D9-34E8-7AFD060D54D3}"/>
              </a:ext>
            </a:extLst>
          </p:cNvPr>
          <p:cNvSpPr/>
          <p:nvPr/>
        </p:nvSpPr>
        <p:spPr>
          <a:xfrm>
            <a:off x="749808" y="3429000"/>
            <a:ext cx="54864" cy="228600"/>
          </a:xfrm>
          <a:prstGeom prst="rect">
            <a:avLst/>
          </a:prstGeom>
          <a:solidFill>
            <a:srgbClr val="5A6A7A"/>
          </a:solidFill>
          <a:ln w="12700">
            <a:solidFill>
              <a:srgbClr val="5A6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A39EAF25-9E60-2CE4-8F7B-C3712F459E52}"/>
              </a:ext>
            </a:extLst>
          </p:cNvPr>
          <p:cNvSpPr/>
          <p:nvPr/>
        </p:nvSpPr>
        <p:spPr>
          <a:xfrm>
            <a:off x="457200" y="2423160"/>
            <a:ext cx="822960" cy="822960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4E8C14CF-868F-3C2F-D24D-47A6900FA23C}"/>
              </a:ext>
            </a:extLst>
          </p:cNvPr>
          <p:cNvSpPr/>
          <p:nvPr/>
        </p:nvSpPr>
        <p:spPr>
          <a:xfrm>
            <a:off x="457200" y="246888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8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0EF59984-0ABF-61D0-808B-F4E210854CA2}"/>
              </a:ext>
            </a:extLst>
          </p:cNvPr>
          <p:cNvSpPr/>
          <p:nvPr/>
        </p:nvSpPr>
        <p:spPr>
          <a:xfrm>
            <a:off x="1554480" y="242316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A922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3A6F74E7-1DC6-7849-B6A6-42710BBCAFA2}"/>
              </a:ext>
            </a:extLst>
          </p:cNvPr>
          <p:cNvSpPr/>
          <p:nvPr/>
        </p:nvSpPr>
        <p:spPr>
          <a:xfrm>
            <a:off x="1828800" y="249631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Pretražite</a:t>
            </a: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“Claude” </a:t>
            </a:r>
            <a:r>
              <a:rPr lang="en-US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</a:t>
            </a:r>
            <a:r>
              <a:rPr lang="en-US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ChatGPT</a:t>
            </a:r>
            <a:endParaRPr lang="en-US" sz="1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257D94A-6EFE-298B-3AE2-CDDF87DF40CA}"/>
              </a:ext>
            </a:extLst>
          </p:cNvPr>
          <p:cNvSpPr/>
          <p:nvPr/>
        </p:nvSpPr>
        <p:spPr>
          <a:xfrm>
            <a:off x="1828800" y="286207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Kliknite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“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instaliraj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</a:t>
            </a:r>
            <a:endParaRPr lang="en-US" sz="14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A6DA1B1-D565-08C5-CF9B-E21ED17554F9}"/>
              </a:ext>
            </a:extLst>
          </p:cNvPr>
          <p:cNvSpPr/>
          <p:nvPr/>
        </p:nvSpPr>
        <p:spPr>
          <a:xfrm>
            <a:off x="457200" y="3657600"/>
            <a:ext cx="822960" cy="82296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FE258BE9-DB9A-3C8A-EC63-E9E2F2F8EEDC}"/>
              </a:ext>
            </a:extLst>
          </p:cNvPr>
          <p:cNvSpPr/>
          <p:nvPr/>
        </p:nvSpPr>
        <p:spPr>
          <a:xfrm>
            <a:off x="457200" y="3703320"/>
            <a:ext cx="8229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8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78B3F568-B490-5A17-A0DA-3D1CD1F6E75E}"/>
              </a:ext>
            </a:extLst>
          </p:cNvPr>
          <p:cNvSpPr/>
          <p:nvPr/>
        </p:nvSpPr>
        <p:spPr>
          <a:xfrm>
            <a:off x="1554480" y="3657600"/>
            <a:ext cx="713232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FCF0A243-1171-9262-C459-DCAFA047DDAC}"/>
              </a:ext>
            </a:extLst>
          </p:cNvPr>
          <p:cNvSpPr/>
          <p:nvPr/>
        </p:nvSpPr>
        <p:spPr>
          <a:xfrm>
            <a:off x="1828800" y="3730752"/>
            <a:ext cx="6675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Napišite svoje pitanje</a:t>
            </a:r>
            <a:endParaRPr lang="en-US" sz="18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6537CE15-B190-6BE7-DDB3-F4A62163F7DB}"/>
              </a:ext>
            </a:extLst>
          </p:cNvPr>
          <p:cNvSpPr/>
          <p:nvPr/>
        </p:nvSpPr>
        <p:spPr>
          <a:xfrm>
            <a:off x="1828800" y="4096512"/>
            <a:ext cx="6675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Otvorite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instaliranu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aplikaciju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upitajte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što</a:t>
            </a:r>
            <a:r>
              <a:rPr lang="en-US" sz="1400" dirty="0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5A6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želite</a:t>
            </a:r>
            <a:endParaRPr lang="en-US" sz="1400" dirty="0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AA532E6-3F49-BFA2-09AA-4277CD667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7574" y="2328673"/>
            <a:ext cx="770919" cy="770919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5693B29C-4B34-EF45-CBD4-C7F2BDDFB4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53126" y="2793904"/>
            <a:ext cx="725427" cy="725427"/>
          </a:xfrm>
          <a:prstGeom prst="rect">
            <a:avLst/>
          </a:prstGeom>
        </p:spPr>
      </p:pic>
      <p:pic>
        <p:nvPicPr>
          <p:cNvPr id="25" name="Picture 24" descr="Symbol Icon Cell Phone PNG Transparent Background, Free Download #7438 -  FreeIconsPNG">
            <a:extLst>
              <a:ext uri="{FF2B5EF4-FFF2-40B4-BE49-F238E27FC236}">
                <a16:creationId xmlns:a16="http://schemas.microsoft.com/office/drawing/2014/main" id="{4F80EA85-7E49-15AB-4A77-EBB1C81B12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82361" y="566177"/>
            <a:ext cx="814317" cy="8143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50426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B3A5C"/>
          </a:solidFill>
          <a:ln w="12700">
            <a:solidFill>
              <a:srgbClr val="1B3A5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" y="914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Korisni savjeti i sigurnost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23360" cy="3566160"/>
          </a:xfrm>
          <a:prstGeom prst="rect">
            <a:avLst/>
          </a:prstGeom>
          <a:solidFill>
            <a:srgbClr val="FDF3DC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0432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70432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Savjeti za bolji rezultat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17830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868680" y="17373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Budite konkretni: "Recept za juhu od povrća"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24688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868680" y="24231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Ako odgovor nije jasan, pitajte opet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548640" y="31546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31089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Možete pisati na hrvatskom jeziku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548640" y="3840480"/>
            <a:ext cx="201168" cy="201168"/>
          </a:xfrm>
          <a:prstGeom prst="ellipse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868680" y="379476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kratke rečenice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4754880" y="1097280"/>
            <a:ext cx="4023360" cy="3566160"/>
          </a:xfrm>
          <a:prstGeom prst="rect">
            <a:avLst/>
          </a:prstGeom>
          <a:solidFill>
            <a:srgbClr val="FFEBEE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4937760" y="1170432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Budite oprezni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4892040" y="17830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5212080" y="17373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Nemojte dijeliti lozinke ili broj kartice</a:t>
            </a:r>
            <a:endParaRPr lang="en-US" sz="1400" dirty="0"/>
          </a:p>
        </p:txBody>
      </p:sp>
      <p:sp>
        <p:nvSpPr>
          <p:cNvPr id="19" name="Shape 16"/>
          <p:cNvSpPr/>
          <p:nvPr/>
        </p:nvSpPr>
        <p:spPr>
          <a:xfrm>
            <a:off x="4892040" y="24688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212080" y="24231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može pogriješiti — provjerite važne info</a:t>
            </a:r>
            <a:endParaRPr lang="en-US" sz="1400" dirty="0"/>
          </a:p>
        </p:txBody>
      </p:sp>
      <p:sp>
        <p:nvSpPr>
          <p:cNvPr id="21" name="Shape 18"/>
          <p:cNvSpPr/>
          <p:nvPr/>
        </p:nvSpPr>
        <p:spPr>
          <a:xfrm>
            <a:off x="4892040" y="31546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212080" y="31089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Nemojte plaćati samo da razgovarate s AI-em</a:t>
            </a:r>
            <a:endParaRPr lang="en-US" sz="1400" dirty="0"/>
          </a:p>
        </p:txBody>
      </p:sp>
      <p:sp>
        <p:nvSpPr>
          <p:cNvPr id="23" name="Shape 20"/>
          <p:cNvSpPr/>
          <p:nvPr/>
        </p:nvSpPr>
        <p:spPr>
          <a:xfrm>
            <a:off x="4892040" y="3840480"/>
            <a:ext cx="201168" cy="201168"/>
          </a:xfrm>
          <a:prstGeom prst="ellipse">
            <a:avLst/>
          </a:prstGeom>
          <a:solidFill>
            <a:srgbClr val="E53935"/>
          </a:solidFill>
          <a:ln w="12700">
            <a:solidFill>
              <a:srgbClr val="E5393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5212080" y="3794760"/>
            <a:ext cx="3383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Koristite samo poznate i provjerene stranice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3200400"/>
            <a:ext cx="4572000" cy="4572000"/>
          </a:xfrm>
          <a:prstGeom prst="ellipse">
            <a:avLst/>
          </a:prstGeom>
          <a:solidFill>
            <a:srgbClr val="2E6DA4">
              <a:alpha val="30000"/>
            </a:srgbClr>
          </a:solidFill>
          <a:ln w="12700">
            <a:solidFill>
              <a:srgbClr val="2E6DA4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858000" y="-914400"/>
            <a:ext cx="3657600" cy="3657600"/>
          </a:xfrm>
          <a:prstGeom prst="ellipse">
            <a:avLst/>
          </a:prstGeom>
          <a:solidFill>
            <a:srgbClr val="E8A922">
              <a:alpha val="30000"/>
            </a:srgbClr>
          </a:solidFill>
          <a:ln w="12700">
            <a:solidFill>
              <a:srgbClr val="E8A922">
                <a:alpha val="3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0" y="548640"/>
            <a:ext cx="822960" cy="822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137160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je tu da vam pomogne!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400" y="233172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 morate znati sve odjednom.</a:t>
            </a:r>
            <a:endParaRPr lang="en-US" sz="2000" dirty="0"/>
          </a:p>
          <a:p>
            <a:pPr marL="0" indent="0" algn="ctr">
              <a:buNone/>
            </a:pPr>
            <a:r>
              <a:rPr lang="en-US" sz="2000" i="1" dirty="0">
                <a:solidFill>
                  <a:srgbClr val="D6E8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Pokušajte jedno pitanje danas — i vidite što se dogodi.</a:t>
            </a:r>
            <a:endParaRPr lang="en-US" sz="2000" dirty="0"/>
          </a:p>
        </p:txBody>
      </p:sp>
      <p:sp>
        <p:nvSpPr>
          <p:cNvPr id="7" name="Shape 4"/>
          <p:cNvSpPr/>
          <p:nvPr/>
        </p:nvSpPr>
        <p:spPr>
          <a:xfrm>
            <a:off x="2011680" y="3520440"/>
            <a:ext cx="5120640" cy="868680"/>
          </a:xfrm>
          <a:prstGeom prst="rect">
            <a:avLst/>
          </a:prstGeom>
          <a:solidFill>
            <a:srgbClr val="E8A922"/>
          </a:solidFill>
          <a:ln w="12700">
            <a:solidFill>
              <a:srgbClr val="E8A92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5"/>
          <p:cNvSpPr/>
          <p:nvPr/>
        </p:nvSpPr>
        <p:spPr>
          <a:xfrm>
            <a:off x="2011680" y="3566160"/>
            <a:ext cx="5120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Probajte: chatgpt.com  ili  claude.ai</a:t>
            </a:r>
          </a:p>
          <a:p>
            <a:pPr marL="0" indent="0" algn="ctr">
              <a:buNone/>
            </a:pPr>
            <a:r>
              <a:rPr lang="en-US" sz="2000" b="1" dirty="0" err="1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Aplikacija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57200" y="4572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8A9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Pitanja? Slobodno pitajte!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314</Words>
  <Application>Microsoft Office PowerPoint</Application>
  <PresentationFormat>On-screen Show (16:9)</PresentationFormat>
  <Paragraphs>75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Bruno Bilandžić</cp:lastModifiedBy>
  <cp:revision>2</cp:revision>
  <dcterms:created xsi:type="dcterms:W3CDTF">2026-03-30T13:38:37Z</dcterms:created>
  <dcterms:modified xsi:type="dcterms:W3CDTF">2026-03-30T14:01:48Z</dcterms:modified>
</cp:coreProperties>
</file>