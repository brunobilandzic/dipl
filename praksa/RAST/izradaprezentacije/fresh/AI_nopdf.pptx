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59" r:id="rId7"/>
    <p:sldId id="262" r:id="rId8"/>
    <p:sldId id="260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7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1C90-EA81-073D-E3B3-2A9E973B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BF6D1-0555-6AC9-B62C-D5D79E42D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0CD1E-EA92-7D1E-C62C-C97B25FFB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A6F12-FFFF-3B8C-D9A0-9FB9F2B60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66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"/>
            <a:ext cx="2286000" cy="2286000"/>
          </a:xfrm>
          <a:prstGeom prst="ellipse">
            <a:avLst/>
          </a:prstGeom>
          <a:solidFill>
            <a:srgbClr val="E8A922">
              <a:alpha val="60000"/>
            </a:srgbClr>
          </a:solidFill>
          <a:ln w="12700">
            <a:solidFill>
              <a:srgbClr val="E8A9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koristiti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Umjetnu Inteligenciju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Jednostavan vodič za svakodnevni život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potrebno nikakvo predznanje  •  Korak po korak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Umjetna Inteligencija?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je kao jako pametan asistent kojeg možete pitati bilo što — i odmah dobiti odgovor!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606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informacije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Odgovori na pitanja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sekundi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2044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Razgovara s vama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Poput razgovora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prijateljem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606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Razumije jezik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7512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Piše, prevodi,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sažima tekstove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EE620-14B1-8AFB-026A-F8DB8E59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43" y="323804"/>
            <a:ext cx="5532375" cy="16305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Graphic 6" descr="Wave Gesture outline">
            <a:extLst>
              <a:ext uri="{FF2B5EF4-FFF2-40B4-BE49-F238E27FC236}">
                <a16:creationId xmlns:a16="http://schemas.microsoft.com/office/drawing/2014/main" id="{5BA25C3A-2D82-B138-1B50-B111B5655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86" y="1881655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C6A9A9-7EF5-72BB-86E3-63338A834B64}"/>
              </a:ext>
            </a:extLst>
          </p:cNvPr>
          <p:cNvSpPr/>
          <p:nvPr/>
        </p:nvSpPr>
        <p:spPr>
          <a:xfrm rot="6076246">
            <a:off x="3236748" y="2086630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289FD-D225-2A9A-B01D-2E1786819B66}"/>
              </a:ext>
            </a:extLst>
          </p:cNvPr>
          <p:cNvSpPr/>
          <p:nvPr/>
        </p:nvSpPr>
        <p:spPr>
          <a:xfrm rot="21222773">
            <a:off x="4060390" y="2050828"/>
            <a:ext cx="391235" cy="290081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Wave Gesture outline">
            <a:extLst>
              <a:ext uri="{FF2B5EF4-FFF2-40B4-BE49-F238E27FC236}">
                <a16:creationId xmlns:a16="http://schemas.microsoft.com/office/drawing/2014/main" id="{CF2ABCF7-9856-72AF-FFB6-91F192C51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8987" flipH="1">
            <a:off x="5537805" y="2480996"/>
            <a:ext cx="862355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F12203-396D-1D94-89E7-A78808B14332}"/>
              </a:ext>
            </a:extLst>
          </p:cNvPr>
          <p:cNvSpPr/>
          <p:nvPr/>
        </p:nvSpPr>
        <p:spPr>
          <a:xfrm rot="6076246">
            <a:off x="4949082" y="2307806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A622E-440D-3E06-A093-26F19263A6A1}"/>
              </a:ext>
            </a:extLst>
          </p:cNvPr>
          <p:cNvSpPr txBox="1"/>
          <p:nvPr/>
        </p:nvSpPr>
        <p:spPr>
          <a:xfrm>
            <a:off x="5805334" y="4159553"/>
            <a:ext cx="2026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CHAT GPT RAZGOVOR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AE57B-EC3F-17E8-08E3-A5012E13BF66}"/>
              </a:ext>
            </a:extLst>
          </p:cNvPr>
          <p:cNvSpPr txBox="1"/>
          <p:nvPr/>
        </p:nvSpPr>
        <p:spPr>
          <a:xfrm>
            <a:off x="6471414" y="4498107"/>
            <a:ext cx="1199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KAO ČOVJEK…</a:t>
            </a:r>
          </a:p>
        </p:txBody>
      </p:sp>
    </p:spTree>
    <p:extLst>
      <p:ext uri="{BB962C8B-B14F-4D97-AF65-F5344CB8AC3E}">
        <p14:creationId xmlns:p14="http://schemas.microsoft.com/office/powerpoint/2010/main" val="423361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vam AI može pomoći?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00200"/>
          </a:xfrm>
          <a:prstGeom prst="rect">
            <a:avLst/>
          </a:prstGeom>
          <a:solidFill>
            <a:srgbClr val="EBF5EB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Zdravlje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34440" y="1755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Pitajte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zdravim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navikama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obavezno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savjetovati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stručnom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osobom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188720"/>
            <a:ext cx="3840480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98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577840" y="1755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Planiranje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dana,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putovanja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za kupovinu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3840480" cy="1600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66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Prijevod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34440" y="35844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Prevedite poruke,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e-mailove ili web stranice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800600" y="3017520"/>
            <a:ext cx="3840480" cy="1600200"/>
          </a:xfrm>
          <a:prstGeom prst="rect">
            <a:avLst/>
          </a:prstGeom>
          <a:solidFill>
            <a:srgbClr val="FCE4EC"/>
          </a:solidFill>
          <a:ln w="12700">
            <a:solidFill>
              <a:srgbClr val="E91E6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661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Pretraživanje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5577840" y="35844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Recept, vremenska prognoza,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vijesti — sve na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jednom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mjestu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odabir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proizvoda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479F7-1278-F516-F553-FB9B5A073CEA}"/>
              </a:ext>
            </a:extLst>
          </p:cNvPr>
          <p:cNvSpPr txBox="1"/>
          <p:nvPr/>
        </p:nvSpPr>
        <p:spPr>
          <a:xfrm>
            <a:off x="2163145" y="262793"/>
            <a:ext cx="10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PITANJE: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BF6AE-432F-7425-469A-D74658C83F1A}"/>
              </a:ext>
            </a:extLst>
          </p:cNvPr>
          <p:cNvSpPr txBox="1"/>
          <p:nvPr/>
        </p:nvSpPr>
        <p:spPr>
          <a:xfrm>
            <a:off x="3148928" y="220404"/>
            <a:ext cx="58436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“imam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problema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kašljem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doktor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 je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dijagnosticirao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bronhitis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molim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mi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pojasniš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zdravstveno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stanje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preporuči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ga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tretiram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?”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B257A-6F24-D549-93E9-9845615ACAF4}"/>
              </a:ext>
            </a:extLst>
          </p:cNvPr>
          <p:cNvSpPr txBox="1"/>
          <p:nvPr/>
        </p:nvSpPr>
        <p:spPr>
          <a:xfrm>
            <a:off x="151391" y="1506776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/>
              <a:t>ODGOVOR: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E2869-95BE-67B4-947C-EE2DFBA2EA62}"/>
              </a:ext>
            </a:extLst>
          </p:cNvPr>
          <p:cNvSpPr txBox="1"/>
          <p:nvPr/>
        </p:nvSpPr>
        <p:spPr>
          <a:xfrm>
            <a:off x="154418" y="1876108"/>
            <a:ext cx="88351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Bronhitis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je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upala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bronha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najčešće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nakon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virusne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infekcije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pa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zato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imate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kašalj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sluz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umor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ponekad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temperaturu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stezanje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prsima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Najčešće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liječi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odmorom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tekućine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izbjegavanjem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pušenja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potrebi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paracetamolom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ili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ibuprofenom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ih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smijete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uzimati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Antibiotici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obično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pomažu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osim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liječnik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sumnja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bakterijsku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infekciju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Odmah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javite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liječniku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ako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imate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otežano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disanje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jaku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bol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prsima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krv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iskašljaju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ili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visoku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temperaturu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koja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prolazi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830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početi — 3 jednostavna koraka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219456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" cy="8229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554480" y="118872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2618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web preglednik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računalu ili mobitelu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Chrome, Firefox ili Safari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2900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" cy="822960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42316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9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0" y="24963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Idite na chatgpt.com ili claude.ai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28620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 stranice su besplatne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 trebaju instalaciju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65760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0" y="3730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Napišite svoje pitanje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09651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 da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SMS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prijatelju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pisano, jasno i jednostavno</a:t>
            </a:r>
            <a:endParaRPr lang="en-US" sz="1400" dirty="0"/>
          </a:p>
        </p:txBody>
      </p:sp>
      <p:pic>
        <p:nvPicPr>
          <p:cNvPr id="1026" name="Picture 2" descr="World Wide Web Icon PNG Transparent Background, Free Download #3017 -  FreeIconsPNG">
            <a:extLst>
              <a:ext uri="{FF2B5EF4-FFF2-40B4-BE49-F238E27FC236}">
                <a16:creationId xmlns:a16="http://schemas.microsoft.com/office/drawing/2014/main" id="{D61C38CA-FD73-3861-F789-357875974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720" y="641820"/>
            <a:ext cx="1072680" cy="107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AD86-F355-6B6B-19A0-6371AF1B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970BDC-978F-C1DF-7458-1D6CD919182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CE52E5-A18D-3AA9-7EA8-6D677799578A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Instalacija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aplikacije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040012-ADDC-AE40-B338-0C492E62D349}"/>
              </a:ext>
            </a:extLst>
          </p:cNvPr>
          <p:cNvSpPr/>
          <p:nvPr/>
        </p:nvSpPr>
        <p:spPr>
          <a:xfrm>
            <a:off x="749808" y="219456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B6BCEB-2799-A6E8-A592-C5A95120FB17}"/>
              </a:ext>
            </a:extLst>
          </p:cNvPr>
          <p:cNvSpPr/>
          <p:nvPr/>
        </p:nvSpPr>
        <p:spPr>
          <a:xfrm>
            <a:off x="457200" y="1188720"/>
            <a:ext cx="822960" cy="8229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A33FAE-1246-2FC6-5BA1-AB6352659222}"/>
              </a:ext>
            </a:extLst>
          </p:cNvPr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E26DE9-7D90-C7DC-1E5C-AAC45D82C873}"/>
              </a:ext>
            </a:extLst>
          </p:cNvPr>
          <p:cNvSpPr/>
          <p:nvPr/>
        </p:nvSpPr>
        <p:spPr>
          <a:xfrm>
            <a:off x="1554480" y="118872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72A695-6C69-64CD-026F-01F3D06E4F0A}"/>
              </a:ext>
            </a:extLst>
          </p:cNvPr>
          <p:cNvSpPr/>
          <p:nvPr/>
        </p:nvSpPr>
        <p:spPr>
          <a:xfrm>
            <a:off x="1828800" y="12618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trgovinu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FEEBE5-F0E8-5FAE-5B3D-6A79A1DAE40A}"/>
              </a:ext>
            </a:extLst>
          </p:cNvPr>
          <p:cNvSpPr/>
          <p:nvPr/>
        </p:nvSpPr>
        <p:spPr>
          <a:xfrm>
            <a:off x="1828800" y="162763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trgovinu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“Google Play”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android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“App store”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iPhone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mobitelima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94ED278-EAB2-D4D9-34E8-7AFD060D54D3}"/>
              </a:ext>
            </a:extLst>
          </p:cNvPr>
          <p:cNvSpPr/>
          <p:nvPr/>
        </p:nvSpPr>
        <p:spPr>
          <a:xfrm>
            <a:off x="749808" y="342900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39EAF25-9E60-2CE4-8F7B-C3712F459E52}"/>
              </a:ext>
            </a:extLst>
          </p:cNvPr>
          <p:cNvSpPr/>
          <p:nvPr/>
        </p:nvSpPr>
        <p:spPr>
          <a:xfrm>
            <a:off x="457200" y="2423160"/>
            <a:ext cx="822960" cy="822960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8C14CF-868F-3C2F-D24D-47A6900FA23C}"/>
              </a:ext>
            </a:extLst>
          </p:cNvPr>
          <p:cNvSpPr/>
          <p:nvPr/>
        </p:nvSpPr>
        <p:spPr>
          <a:xfrm>
            <a:off x="457200" y="2468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EF59984-0ABF-61D0-808B-F4E210854CA2}"/>
              </a:ext>
            </a:extLst>
          </p:cNvPr>
          <p:cNvSpPr/>
          <p:nvPr/>
        </p:nvSpPr>
        <p:spPr>
          <a:xfrm>
            <a:off x="1554480" y="242316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9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A6F74E7-1DC6-7849-B6A6-42710BBCAFA2}"/>
              </a:ext>
            </a:extLst>
          </p:cNvPr>
          <p:cNvSpPr/>
          <p:nvPr/>
        </p:nvSpPr>
        <p:spPr>
          <a:xfrm>
            <a:off x="1828800" y="24963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Pretražite</a:t>
            </a: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“Claude” </a:t>
            </a:r>
            <a:r>
              <a:rPr lang="en-US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257D94A-6EFE-298B-3AE2-CDDF87DF40CA}"/>
              </a:ext>
            </a:extLst>
          </p:cNvPr>
          <p:cNvSpPr/>
          <p:nvPr/>
        </p:nvSpPr>
        <p:spPr>
          <a:xfrm>
            <a:off x="1828800" y="28620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instaliraj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A6DA1B1-D565-08C5-CF9B-E21ED17554F9}"/>
              </a:ext>
            </a:extLst>
          </p:cNvPr>
          <p:cNvSpPr/>
          <p:nvPr/>
        </p:nvSpPr>
        <p:spPr>
          <a:xfrm>
            <a:off x="457200" y="36576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258BE9-DB9A-3C8A-EC63-E9E2F2F8EEDC}"/>
              </a:ext>
            </a:extLst>
          </p:cNvPr>
          <p:cNvSpPr/>
          <p:nvPr/>
        </p:nvSpPr>
        <p:spPr>
          <a:xfrm>
            <a:off x="45720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8B3F568-B490-5A17-A0DA-3D1CD1F6E75E}"/>
              </a:ext>
            </a:extLst>
          </p:cNvPr>
          <p:cNvSpPr/>
          <p:nvPr/>
        </p:nvSpPr>
        <p:spPr>
          <a:xfrm>
            <a:off x="1554480" y="365760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CF0A243-1171-9262-C459-DCAFA047DDAC}"/>
              </a:ext>
            </a:extLst>
          </p:cNvPr>
          <p:cNvSpPr/>
          <p:nvPr/>
        </p:nvSpPr>
        <p:spPr>
          <a:xfrm>
            <a:off x="1828800" y="3730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Napišite svoje pitanje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537CE15-B190-6BE7-DDB3-F4A62163F7DB}"/>
              </a:ext>
            </a:extLst>
          </p:cNvPr>
          <p:cNvSpPr/>
          <p:nvPr/>
        </p:nvSpPr>
        <p:spPr>
          <a:xfrm>
            <a:off x="1828800" y="409651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instaliranu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upitajte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želite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A532E6-3F49-BFA2-09AA-4277CD66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574" y="2328673"/>
            <a:ext cx="770919" cy="770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93B29C-4B34-EF45-CBD4-C7F2BDDF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126" y="2793904"/>
            <a:ext cx="725427" cy="725427"/>
          </a:xfrm>
          <a:prstGeom prst="rect">
            <a:avLst/>
          </a:prstGeom>
        </p:spPr>
      </p:pic>
      <p:pic>
        <p:nvPicPr>
          <p:cNvPr id="25" name="Picture 24" descr="Symbol Icon Cell Phone PNG Transparent Background, Free Download #7438 -  FreeIconsPNG">
            <a:extLst>
              <a:ext uri="{FF2B5EF4-FFF2-40B4-BE49-F238E27FC236}">
                <a16:creationId xmlns:a16="http://schemas.microsoft.com/office/drawing/2014/main" id="{4F80EA85-7E49-15AB-4A77-EBB1C81B1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361" y="566177"/>
            <a:ext cx="814317" cy="81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4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 savjeti i sigurnost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DF3DC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704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Savjeti za bolji rezultat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Budite konkretni: "Recept za juhu od povrća"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odgovor nije jasan, pitajte opet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Možete pisati na hrvatskom jeziku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794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kratke rečenice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11704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Budite oprezni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892040" y="17830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12080" y="1737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Nemojte dijeliti lozinke ili broj kartice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92040" y="24688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12080" y="2423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može pogriješiti — provjerite važne info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892040" y="31546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12080" y="3108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Stručna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Osoba &gt;&gt; ai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uvijek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92040" y="38404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12080" y="3794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samo poznate i provjerene stranice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8A922">
              <a:alpha val="30000"/>
            </a:srgbClr>
          </a:solidFill>
          <a:ln w="12700">
            <a:solidFill>
              <a:srgbClr val="E8A92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je tu da vam pomogne!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morate znati sve odjednom.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Pokušajte jedno pitanje danas — i vidite što se dogodi.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0" y="3520440"/>
            <a:ext cx="5120640" cy="868680"/>
          </a:xfrm>
          <a:prstGeom prst="rect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11680" y="35661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Probajte: chatgpt.com  ili  claude.ai</a:t>
            </a: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 Slobodno pitajte!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443</Words>
  <Application>Microsoft Office PowerPoint</Application>
  <PresentationFormat>On-screen Show (16:9)</PresentationFormat>
  <Paragraphs>80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Bilandžić</cp:lastModifiedBy>
  <cp:revision>5</cp:revision>
  <dcterms:created xsi:type="dcterms:W3CDTF">2026-03-30T13:38:37Z</dcterms:created>
  <dcterms:modified xsi:type="dcterms:W3CDTF">2026-03-31T08:15:27Z</dcterms:modified>
</cp:coreProperties>
</file>