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1371600" cy="1371600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🤖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148840" y="77724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Kako koristiti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umjetnu inteligenciju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9144000" cy="100584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4787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Vodič za početnike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 – SMART CITY LAB  |  Razvojna agencija Split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Što je umjetna inteligencija?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45720"/>
          </a:xfrm>
          <a:prstGeom prst="rect">
            <a:avLst/>
          </a:prstGeom>
          <a:solidFill>
            <a:srgbClr val="E8DDD5"/>
          </a:solidFill>
          <a:ln w="12700">
            <a:solidFill>
              <a:srgbClr val="E8DD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88720"/>
            <a:ext cx="8321040" cy="1371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16152"/>
            <a:ext cx="81381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"Računalo koje razumije pitanja i pomaže kao čovjek"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2788920"/>
            <a:ext cx="502920" cy="50292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80720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Razumije vaša pitanja napisana normalnim jezikom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1480" y="3447288"/>
            <a:ext cx="502920" cy="50292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447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465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Naučena je na milijunima knjiga, članaka i tekstova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11480" y="4105656"/>
            <a:ext cx="502920" cy="50292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4123944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 savjetovati, pisati, prevoditi i objašnjavati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Čemu nam koristi UI?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2697480" cy="1554480"/>
          </a:xfrm>
          <a:prstGeom prst="rect">
            <a:avLst/>
          </a:prstGeom>
          <a:solidFill>
            <a:srgbClr val="2E1E14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87552" y="12801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Pisanje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pisma, poruke, životopisi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37560" y="1170432"/>
            <a:ext cx="2697480" cy="1554480"/>
          </a:xfrm>
          <a:prstGeom prst="rect">
            <a:avLst/>
          </a:prstGeom>
          <a:solidFill>
            <a:srgbClr val="2E1E14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050792" y="12801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Pretraživanje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190195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brzi odgovori na pitanja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1170432"/>
            <a:ext cx="2697480" cy="1554480"/>
          </a:xfrm>
          <a:prstGeom prst="rect">
            <a:avLst/>
          </a:prstGeom>
          <a:solidFill>
            <a:srgbClr val="2E1E14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14032" y="12801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Prijevod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190195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tekstovi na strane jezike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2697480" cy="1554480"/>
          </a:xfrm>
          <a:prstGeom prst="rect">
            <a:avLst/>
          </a:prstGeom>
          <a:solidFill>
            <a:srgbClr val="2E1E14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87552" y="30175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Zdravlje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" y="363931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informacije o lijekovima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37560" y="2907792"/>
            <a:ext cx="2697480" cy="1554480"/>
          </a:xfrm>
          <a:prstGeom prst="rect">
            <a:avLst/>
          </a:prstGeom>
          <a:solidFill>
            <a:srgbClr val="2E1E14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📖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050792" y="30175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Učenje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29000" y="363931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objašnjenja na jednostavan način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2907792"/>
            <a:ext cx="2697480" cy="1554480"/>
          </a:xfrm>
          <a:prstGeom prst="rect">
            <a:avLst/>
          </a:prstGeom>
          <a:solidFill>
            <a:srgbClr val="2E1E14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🍽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14032" y="30175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Zabava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92240" y="363931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recepti, preporuke, priče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to sve BESPLATNO – dostupno svima!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Kako početi – korak po korak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216152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16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1170432"/>
            <a:ext cx="7772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117043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 preglednik (Chrome, Firefox…) na računalu ili mobitelu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51560" y="1920240"/>
            <a:ext cx="7772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34440" y="192024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Upišite u adresnu traku:  chat.openai.com   ili   claude.ai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" y="2715768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157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51560" y="2670048"/>
            <a:ext cx="7772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34440" y="2670048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Pritisnite 'Sign Up' – besplatna registracija s e-mail adresom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" y="3465576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4655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51560" y="3419856"/>
            <a:ext cx="7772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34440" y="3419856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okvir za poruku napišite pitanje – kao da pišete SMS prijatelju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0040" y="4215384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2153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51560" y="4169664"/>
            <a:ext cx="7772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34440" y="4169664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Pritisnite ENTER ili strelicu ▶  i čitajte odgovor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6E9E81"/>
          </a:solidFill>
          <a:ln w="12700">
            <a:solidFill>
              <a:srgbClr val="6E9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Primjeri – što možete pitati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33856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"Kako se kuha rižoto?"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865376"/>
            <a:ext cx="8503920" cy="640080"/>
          </a:xfrm>
          <a:prstGeom prst="rect">
            <a:avLst/>
          </a:prstGeom>
          <a:solidFill>
            <a:srgbClr val="F2EDE4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883664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"Prevedi na engleski: Dobro jutro, kako ste?"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2615184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633472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"Što znači riječ hipertenzija?"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3364992"/>
            <a:ext cx="8503920" cy="640080"/>
          </a:xfrm>
          <a:prstGeom prst="rect">
            <a:avLst/>
          </a:prstGeom>
          <a:solidFill>
            <a:srgbClr val="F2EDE4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383280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"Napiši čestitku za rođendan moje unuke Ane"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" y="4114800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4133088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"Koji su simptomi gripe i kako se liječiti?"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Savjeti i oprez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520440"/>
          </a:xfrm>
          <a:prstGeom prst="rect">
            <a:avLst/>
          </a:prstGeom>
          <a:solidFill>
            <a:srgbClr val="1A3D2B"/>
          </a:solidFill>
          <a:ln w="12700">
            <a:solidFill>
              <a:srgbClr val="6E9E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DOBRO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Postavljajte pitanja slobodno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Provjerite odgovor kod stručnjaka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11810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Koristite za učenje i zabavu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78561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Možete pisati na hrvatskom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23360" cy="3520440"/>
          </a:xfrm>
          <a:prstGeom prst="rect">
            <a:avLst/>
          </a:prstGeom>
          <a:solidFill>
            <a:srgbClr val="3D1A1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1704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PAŽNJA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1783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Ne unosite lozinke ni bankovne podatke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450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Ne vjerujte svemu slijepog – provjerite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11810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Ne šaljite osobne dokumente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78561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UI griješi – koristite kao pomoć, ne sud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502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🌟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Probajte – nema straha!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371600" y="2560320"/>
            <a:ext cx="6400800" cy="141732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606040"/>
            <a:ext cx="6126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Umjetna inteligencija je vaš strpljivi pomoćnik.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Dostupna je 24 sata, 7 dana u tjednu i uvijek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spremna odgovoriti – bez osude i bez žurbe.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Imate pitanja? Sada je pravo vrijeme!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 – SMART CITY LAB  |  Razvojna agencija Split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Kako koristiti umjetnu inteligenciju</dc:title>
  <dc:subject>PptxGenJS Presentation</dc:subject>
  <dc:creator>PptxGenJS</dc:creator>
  <cp:lastModifiedBy>PptxGenJS</cp:lastModifiedBy>
  <cp:revision>1</cp:revision>
  <dcterms:created xsi:type="dcterms:W3CDTF">2026-03-30T13:32:49Z</dcterms:created>
  <dcterms:modified xsi:type="dcterms:W3CDTF">2026-03-30T13:32:49Z</dcterms:modified>
</cp:coreProperties>
</file>