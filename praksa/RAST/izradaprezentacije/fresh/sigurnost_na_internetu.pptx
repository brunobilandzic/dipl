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86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640080"/>
            <a:ext cx="1737360" cy="1737360"/>
          </a:xfrm>
          <a:prstGeom prst="ellipse">
            <a:avLst/>
          </a:prstGeom>
          <a:solidFill>
            <a:srgbClr val="2E7D9F">
              <a:alpha val="60000"/>
            </a:srgbClr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822960"/>
            <a:ext cx="1371600" cy="1371600"/>
          </a:xfrm>
          <a:prstGeom prst="ellipse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86600" y="749808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🌐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Vodič za sigurno i ugodno korištenje interneta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62179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Korak po korak — jednostavno i bez straha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razloga za strah! 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463040"/>
          </a:xfrm>
          <a:prstGeom prst="rect">
            <a:avLst/>
          </a:prstGeom>
          <a:solidFill>
            <a:srgbClr val="E8F7F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je alat — kao telefon ili televizor.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ste ti koji odlučujete što ćete raditi.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Milijuni starijih osoba svaki dan sigurno koriste internet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081528"/>
            <a:ext cx="841248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 nekoliko jednostavnih pravila možete se zaštititi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3831336"/>
            <a:ext cx="841248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87705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Internet vam može olakšati život — vijesti, recepti, obitelj...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sve možete raditi na internetu?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34440" y="777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Čitati vijesti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Portali, novine, vremenski uvjeti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📧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669280" y="777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Dopisivati 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234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WhatsApp, Viber s obitelji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18541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🎬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234440" y="22037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Gledati sadržaje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6609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serije, recepti, hobiji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112264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18541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🗺️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669280" y="22037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Koristiti karte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26609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Maps, putni savjeti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538728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611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🛒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234440" y="363016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Kupovati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0873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oprez — uvijek pouzećem!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538728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611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👨‍👩‍👧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669280" y="363016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 s obitelji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40873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pozivi, dijeljenje fotografija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Kupovina na internetu — sigurno plaćanje 💳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solidFill>
            <a:srgbClr val="E8F7F0"/>
          </a:solidFill>
          <a:ln w="317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PREPORUKA: Uvijek plaćajte pouzećem — gotovinom poštaru pri </a:t>
            </a:r>
            <a:r>
              <a:rPr lang="en-US" sz="1900" b="1" dirty="0" err="1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dostavi</a:t>
            </a:r>
            <a:r>
              <a:rPr lang="en-US" sz="19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Plaćajte gotovinom poštaru (pouzeće) — vidite robu, pa platite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Kupujte samo na poznatim stranicama (Njuškalo, Amazon, </a:t>
            </a:r>
            <a:r>
              <a:rPr lang="en-US" sz="1450" dirty="0" err="1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Konzum</a:t>
            </a: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</a:t>
            </a: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Provjerite recenzije i ocjene prodavača prije kupnje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Ako morate platiti unaprijed — pitajte mlađeg člana obitelji za savjet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NIKADA ne unosite broj bankovne kartice na nepoznatim stranicama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Cijena koja je 'prekrasna da bi bila istinita' — obično je prijevara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Društvene mreže — Facebook i ostale 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0233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TO RADITE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Dopisujte se s obitelji i prijateljima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Dijelite fotografije s voljenima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2523744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Pratite stranice koje vas vesele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" y="3191256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209544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Koristite postavke privatnosti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0040" y="3858768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877056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Prihvaćajte samo osobe koje znate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685800"/>
            <a:ext cx="40233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685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 TO NE RADITE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0600" y="1188720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207008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Nemojte dijeliti adresu i broj telefona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00600" y="1856232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 prihvaćajte nepoznate osobe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2523744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542032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 objavljujte kad ste odsutni od kuće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00600" y="3191256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209544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 klikajte na svaki link koji vidite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00600" y="3858768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877056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sz="13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Provjerite</a:t>
            </a: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izvore</a:t>
            </a: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vijesti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Prevare i lažne nagrade — pazite se!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777240"/>
          </a:xfrm>
          <a:prstGeom prst="rect">
            <a:avLst/>
          </a:prstGeom>
          <a:solidFill>
            <a:srgbClr val="FFF3E0"/>
          </a:solidFill>
          <a:ln w="254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Ako nešto izgleda "predobro" — gotovo sigurno je prijevara!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Lažne nagrade i lutrija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"Čestitamo! Osvojili ste iPhone!" — Nikad niste sudjelovali, a nagrade ne postoje.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Hitnost i žurnost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706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"Samo još 5 minuta!" ili "Odmah reagirajte!" — pritisak znači prijevaru.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Lažna tehnička podrška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35295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"Vaše računalo ima virus, nazovite nas odmah!" — Lažno je, ne zovite!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05993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poruke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43525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Poruke koje traže lozinku ili podatke kartice — banka to NIKAD ne traži emailom.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Reklame i iskačući prozori — ne klikajte!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777240"/>
          </a:xfrm>
          <a:prstGeom prst="rect">
            <a:avLst/>
          </a:prstGeom>
          <a:solidFill>
            <a:srgbClr val="E8F4F8"/>
          </a:solidFill>
          <a:ln w="254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Reklame su svuda na internetu — to je normalno. Ali ne morate klikati na njih!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🚫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4440" y="1664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Iskačući prozori (pop-up)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756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Pojave se sami od sebe. Zatvorite ih klikom na X u kutu — ali pažljivo, pravi X je mali.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1664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"Spin i osvoji" reklame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0756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Kotači, nagradne igre, blještave reklame — sve je lažno. Ne klikajte.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3444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Lažna dugmad za preuzimanje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Veliki gumbi "PREUZMI" ili "INSTALIRAJ" često su reklame, ne pravi gumbi.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📵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66928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Poruke o virusu u pregledniku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"Vaše računalo je zaraženo!" u web-stranici — lažno je. Ugasite stranicu.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Zlatna pravila sigurnog interneta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78992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žurite — prijevare potiču žurnost. Stanite i razmislite.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20040" y="1865376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Plaćajte pouzećem — gotovinom poštaru, nakon što vidite robu.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20040" y="263347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615184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Niste ništa osvojili — ako niste sudjelovali, nema nagrade.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20040" y="3401568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klikajte reklame — zatvorite iskačuće prozore mirno.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320040" y="4169664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151376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Pitajte nekoga — kod sumnje uvijek pitajte ukućane ili prijatelje.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je vaš prijatelj — koristite ga s uživanjem i oprezom! 😊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601</Words>
  <Application>Microsoft Office PowerPoint</Application>
  <PresentationFormat>On-screen Show (16:9)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Sigurnost na internetu</dc:title>
  <dc:subject>PptxGenJS Presentation</dc:subject>
  <dc:creator>PptxGenJS</dc:creator>
  <cp:lastModifiedBy>Bruno Bilandžić</cp:lastModifiedBy>
  <cp:revision>2</cp:revision>
  <dcterms:created xsi:type="dcterms:W3CDTF">2026-03-30T11:46:53Z</dcterms:created>
  <dcterms:modified xsi:type="dcterms:W3CDTF">2026-03-30T12:02:05Z</dcterms:modified>
</cp:coreProperties>
</file>