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97882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212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ALATI UMJETNE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INTELIGENCIJE U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</a:rPr>
              <a:t>SVAKODANEVNOM ŽIVOTU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3401568"/>
            <a:ext cx="5212080" cy="40233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401568"/>
            <a:ext cx="5212080" cy="402336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Za odrasle i osobe starije životne dobi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</a:rPr>
              <a:t>ChatGPT · Google Gemini · Copilot · Canva · Perplexity · NotebookLM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4663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8888"/>
                </a:solidFill>
              </a:rPr>
              <a:t>Razvojna agencija Split – RaST | SMART CITY LAB  ·  Veljača 2026.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640080"/>
            <a:ext cx="2651760" cy="2651760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3886200"/>
            <a:ext cx="658368" cy="658368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886200"/>
            <a:ext cx="658368" cy="65836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3886200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Što je umjetna inteligencija?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</a:rPr>
              <a:t>AI nije robot iz filmova — to je računalni program naučen na ogromnim količinama teksta, slika i podataka.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</a:rPr>
              <a:t>Analogija: zamislite bibliotekara koji je pročitao svaku knjigu ikad napisanu i odmah odgovara na svako pitanje.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</a:rPr>
              <a:t>AI može razgovarati, pisati tekstove, prevoditi, sažimati dokumente i stvarati slike.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444444"/>
                </a:solidFill>
              </a:rPr>
              <a:t>Važno: AI ponekad griješi i izmišlja podatke koji zvuče uvjerljivo. Uvijek provjerite važne informacije!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943600" y="804672"/>
            <a:ext cx="2926080" cy="4114800"/>
          </a:xfrm>
          <a:prstGeom prst="rect">
            <a:avLst/>
          </a:prstGeom>
          <a:solidFill>
            <a:srgbClr val="1A1A1A"/>
          </a:solidFill>
          <a:ln/>
          <a:effectLst>
            <a:outerShdw blurRad="1270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051560"/>
            <a:ext cx="1920240" cy="1920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89320" y="3200400"/>
            <a:ext cx="2834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Nije čarolija.</a:t>
            </a:r>
            <a:endParaRPr lang="en-US" sz="2300" dirty="0"/>
          </a:p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Je to oruđe.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Kako komunicirati s AI-jem? (Prompt)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44444"/>
                </a:solidFill>
              </a:rPr>
              <a:t>Što je pitanje jasnije i detaljnije, to je odgovor bolji: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133856"/>
            <a:ext cx="4023360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338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❌  LOŠI PROMPTOVI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517904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609344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"Piši mi nešto"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"Prevedite"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"Što jesti?"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444444"/>
                </a:solidFill>
              </a:rPr>
              <a:t>"Pomozi mi s računom"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46320" y="1133856"/>
            <a:ext cx="40233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113385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 DOBRI PROMPTOVI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846320" y="1517904"/>
            <a:ext cx="402336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0" y="1609344"/>
            <a:ext cx="37033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"Napiši čestitku za 70. rođendan moje prijateljice Marije koja voli more i cvijeće."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"Prevedi s engleskog na hrvatski i koristi formalan ton."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"Imam dijabetes tipa 2. Predloži mi tjedni jelovnik."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4444"/>
                </a:solidFill>
              </a:rPr>
              <a:t>"Dobio sam račun od HEP-a od 450 €. Objasni mi zašto se tako razlikuje."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Zašto je AI koristan u svakodnevnom životu?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06424"/>
            <a:ext cx="484632" cy="48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Pisanje poruka i pisama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Žalba, zamolba, čestitka — AI napiše nacrt u sekundi, vi samo prilagodite.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1947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106424"/>
            <a:ext cx="484632" cy="4846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Razumijevanje dokumenata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62356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Medicinski nalazi, pravni tekstovi, računi — AI objasni na razumljiv način.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7432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3891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118104"/>
            <a:ext cx="484632" cy="4846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Prijevod i pretraživanje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14300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Trenutni prijevod s engleskog, talijanskog ili njemačkog. Besplatno.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475488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91947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118104"/>
            <a:ext cx="484632" cy="4846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Ideje i kreativnost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562356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Recepti, planiranje putovanja, čestitke, Facebook objave — AI pomaže s idejama.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Pregled najvažnijih AI alata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Alat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Za što je idealan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Gdje se nalazi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ChatGPT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Pisanje, prijevod, objašnjavanje, razgovor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chatgpt.com / App Store / Google Play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Google Gemini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Integracija s Gmailom i Google kalendarom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gemini.google.com / aplikacija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Microsoft Copilot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Ugrađen u Windows, besplatno generira slike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copilot.microsoft.com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Perplexity AI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Svaki odgovor sadrži izvore za provjeru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perplexity.ai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Canva (s AI)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Plakati, čestitke, Facebook objave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canva.com / aplikacija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Google NotebookLM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Bilješke i PDF u podcast razgovor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notebooklm.google.com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ChatGPT: Kreiranje besplatnog računa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02920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02920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Koraci za početak (web i mobitel)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44444"/>
                </a:solidFill>
              </a:rPr>
              <a:t>1.   Otvorite chatgpt.com u pregledniku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44444"/>
                </a:solidFill>
              </a:rPr>
              <a:t>2.   Kliknite na 'Sign up' (Registrirajte se)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44444"/>
                </a:solidFill>
              </a:rPr>
              <a:t>3.   Registrirajte se putem Google računa (najjednostavnije)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44444"/>
                </a:solidFill>
              </a:rPr>
              <a:t>4.   Potvrdite e-mail ako ste unijeli ručno</a:t>
            </a:r>
            <a:endParaRPr lang="en-US" sz="18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444444"/>
                </a:solidFill>
              </a:rPr>
              <a:t>5.   Odmah ste u razgovoru — bez ikakve instalacije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77840" y="804672"/>
            <a:ext cx="3291840" cy="41148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77840" y="804672"/>
            <a:ext cx="329184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0" y="8046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⚠  POZOR: lažne aplikacije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715000" y="1298448"/>
            <a:ext cx="3017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CCCCCC"/>
                </a:solidFill>
              </a:rPr>
              <a:t>U App Storeu i Google Playu postoje </a:t>
            </a:r>
            <a:r>
              <a:rPr lang="en-US" sz="1700" b="1" dirty="0">
                <a:solidFill>
                  <a:srgbClr val="FF6666"/>
                </a:solidFill>
              </a:rPr>
              <a:t>lažne aplikacije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CCCCCC"/>
                </a:solidFill>
              </a:rPr>
              <a:t> s imenom 'ChatGPT'.
</a:t>
            </a:r>
            <a:r>
              <a:rPr lang="en-US" sz="1700" b="1" dirty="0">
                <a:solidFill>
                  <a:srgbClr val="FFFFFF"/>
                </a:solidFill>
              </a:rPr>
              <a:t>Prava aplikacija:
</a:t>
            </a:r>
            <a:r>
              <a:rPr lang="en-US" sz="1700" dirty="0">
                <a:solidFill>
                  <a:srgbClr val="AAAAAA"/>
                </a:solidFill>
              </a:rPr>
              <a:t>→ Izdavač: </a:t>
            </a:r>
            <a:r>
              <a:rPr lang="en-US" sz="1700" b="1" dirty="0">
                <a:solidFill>
                  <a:srgbClr val="FFFFFF"/>
                </a:solidFill>
              </a:rPr>
              <a:t>OpenAI
</a:t>
            </a:r>
            <a:r>
              <a:rPr lang="en-US" sz="1700" dirty="0">
                <a:solidFill>
                  <a:srgbClr val="AAAAAA"/>
                </a:solidFill>
              </a:rPr>
              <a:t>→ Bijeli logotip, crna pozadina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Personalizacija ChatGPT-a: postavljanje jednom, vrijedi zauvijek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06424"/>
            <a:ext cx="484632" cy="48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Osobnost i ton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7 stilova (Friendly, Direct, Nerdy…). Biramo jednim klikom u Settings &gt; Personalization.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1947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106424"/>
            <a:ext cx="484632" cy="4846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Prilagođene upute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62356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Jednom upišite tko ste i kako želite odgovore — vrijedi za sve buduće razgovore.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7432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3891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118104"/>
            <a:ext cx="484632" cy="4846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Memorija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14300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ChatGPT pamti vaše podatke između razgovora. Upaliti: Settings &gt; Personalization &gt; Memory.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475488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91947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118104"/>
            <a:ext cx="484632" cy="4846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Projekti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562356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Odvojeni 'projekti' za recepte, zdravlje, obitelj — svaki s vlastitim uputama i memorijom.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Promptovi koji stvarno rade — primjeri za svaki dan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Pisanje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39136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</a:rPr>
              <a:t>"Napiši formalno pismo kojim se žalim Komunalnom redu Split na rupe u asfaltu. Pismo treba biti uljudno, oko 150 riječi."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709160" y="80467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1480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8046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Zdravlje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818888" y="1207008"/>
            <a:ext cx="39136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</a:rPr>
              <a:t>"Liječnik mi je napisao: 'stenoza aortnog zaliska I35.0'. Objasni mi to na jednostavnom hrvatskom, bez žargona."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290779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907792"/>
            <a:ext cx="4114800" cy="347472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Prijevod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4048" y="3310128"/>
            <a:ext cx="39136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</a:rPr>
              <a:t>"Prevedi ovaj tekst s talijanskog na hrvatski i objasni trebam li nešto poduzeti: [umetni tekst]"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09160" y="290779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2907792"/>
            <a:ext cx="4114800" cy="347472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29077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Recepti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818888" y="3310128"/>
            <a:ext cx="39136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444444"/>
                </a:solidFill>
              </a:rPr>
              <a:t>"Napiši mi recept za pašticadu po dalmatinskoj tradiciji. Imam junetinu, crno vino i sušene šljive."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Generiranje slika: kad AI crta i fotografira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Koji alati generiraju slike?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ChatGPT (besplatno) — DALL-E model, ograničen broj dnevno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Microsoft Copilot (besplatno!) — DALL-E 3, bez plaćanja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Canva AI — Text to Image, idealno za čestitke i postere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Adobe Firefly — firefly.adobe.com, visoka kvaliteta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Google ImageFX — labs.google/experiments/imagefx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Formula za dobru sliku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83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FORMULA: [Što prikazuje] + [Stil] + [Boje] + [Raspoloženje]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❌ Loše: 'Stara žena na moru'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✓ Dobro: 'Elegantna starica u bijeloj haljini na kamenom zidu kraj mora u Dalmaciji, zalazak sunca, realistično, mirno raspoloženje'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Primjena: čestitke, pozivnice, Facebook objave, slike za ispis!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Tekst koji govori: podcasti, čitanje i diktiranje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3891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106424"/>
            <a:ext cx="484632" cy="4846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Google NotebookLM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14300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Pretvara vaše bilješke i PDF dokumente u podcast s dva AI glasova. Idealno za slušanje umjesto čitanja.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754880" y="80467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754880" y="80467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919472" y="105156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1106424"/>
            <a:ext cx="484632" cy="4846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950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ElevenLabs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5623560" y="131673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Unesi tekst i čuj ga kao prirodan govor. Korisno kad su oči umorne ili za slušanje dok hodate.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27432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27432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3891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3118104"/>
            <a:ext cx="484632" cy="4846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4300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Glasovni unos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14300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iPhone/Android: ikona mikrofona na tipkovnici. ChatGPT: pritisnite mikrofon i govorite.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4754880" y="2816352"/>
            <a:ext cx="402336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754880" y="2816352"/>
            <a:ext cx="73152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919472" y="3063240"/>
            <a:ext cx="594360" cy="594360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118104"/>
            <a:ext cx="484632" cy="4846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2962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</a:rPr>
              <a:t>Google Docs diktiranje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5623560" y="3328416"/>
            <a:ext cx="306324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44444"/>
                </a:solidFill>
              </a:rPr>
              <a:t>Alati &gt; Glasovni unos. Radi s mikrofonom računala — pišite bez tipkanja.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za kreativne projekte i društvene mreže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42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Projekt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Opis aktivnosti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</a:rPr>
                        <a:t>Facebook objava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</a:rPr>
                        <a:t>ChatGPT piše toplu objavu za obljetnice, putopise ili fotografije iz Dalmacije.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</a:rPr>
                        <a:t>Digitalni obiteljski album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</a:rPr>
                        <a:t>Opišite AI-ju fotografije iz prošlosti — AI piše opise. Kombinirajte u Canvi.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</a:rPr>
                        <a:t>Osobna poezija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</a:rPr>
                        <a:t>AI piše pjesmu o rodnom gradu, djetinjstvu ili dragoj osobi prema vašem opisu.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</a:rPr>
                        <a:t>Obiteljski recept digitalno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</a:rPr>
                        <a:t>Diktirajte recept glasom, AI ga formatira, Canva uredi vizualno — ispiši i uokviride.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</a:rPr>
                        <a:t>Personalizirana razglednica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444444"/>
                          </a:solidFill>
                        </a:rPr>
                        <a:t>Kombinirajte AI tekst + AI sliku — ispišite kao pravi suvenir iz Dalmacije.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Što AI radi loše i što NIKADA ne smijete unositi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23360" cy="4114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Ograničenja AI-ja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Izmišlja podatke koji zvuče uvjerljivo — uvijek provjerite medicinsku, pravnu i financijsku informaciju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Ne zna uvijek najnovije vijesti (koristite Perplexity ili Gemini za aktualne teme)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Ne može zamijeniti liječnika — dijagnozu i terapiju određuje liječnik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Ne može zamijeniti odvjetnika — pravni savjeti su generalni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444444"/>
                </a:solidFill>
              </a:rPr>
              <a:t>Može biti pristran — kritičko razmišljanje je uvijek nužno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846320" y="804672"/>
            <a:ext cx="4023360" cy="4114800"/>
          </a:xfrm>
          <a:prstGeom prst="rect">
            <a:avLst/>
          </a:prstGeom>
          <a:solidFill>
            <a:srgbClr val="1A1A1A"/>
          </a:solidFill>
          <a:ln/>
          <a:effectLst>
            <a:outerShdw blurRad="1016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⛔  NIKADA ne unosite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83480" y="1261872"/>
            <a:ext cx="37490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EEEEEE"/>
                </a:solidFill>
              </a:rPr>
              <a:t>Lozinke, PIN kodove i pristupne podatke bankarstva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EEEEEE"/>
                </a:solidFill>
              </a:rPr>
              <a:t>Broj kreditne ili debitne kartice i CVV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EEEEEE"/>
                </a:solidFill>
              </a:rPr>
              <a:t>OIB (osobni identifikacijski broj)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EEEEEE"/>
                </a:solidFill>
              </a:rPr>
              <a:t>Podatke putovnice ili osobne iskaznice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EEEEEE"/>
                </a:solidFill>
              </a:rPr>
              <a:t>Fotografije osobnih dokumenata</a:t>
            </a:r>
            <a:endParaRPr lang="en-US" sz="17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700" dirty="0">
                <a:solidFill>
                  <a:srgbClr val="EEEEEE"/>
                </a:solidFill>
              </a:rPr>
              <a:t>Povjerljive poslovne informacije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Koji alat za koji zadatak?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Zadatak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Preporučeni alat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Savjet</a:t>
                      </a:r>
                      <a:endParaRPr lang="en-US" sz="17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Pisanje pisama i e-mailova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ChatGPT, Gemini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Dajte kontekst: kome pišete, zašto, koji ton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Prijevod teksta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ChatGPT, DeepL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DeepL (deepl.com) specijaliziran, često bolji za prijevod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Medicinska pitanja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ChatGPT, Perplexity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Uvijek tražite izvore i konzultirati liječnika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Sažimanje dugačkih tekstova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Gemini, NotebookLM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Kopirajte tekst ili zalijepite link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Generiranje slika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Copilot (besplatno!), Canva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Copilot je najlakši za početnike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Podcast iz teksta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NotebookLM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444444"/>
                          </a:solidFill>
                        </a:rPr>
                        <a:t>Google račun dovoljan, besplatno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Moj prvi tjedan s AI alatima — Checklista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☐  Kreirao/la sam besplatan ChatGPT račun na chatgpt.com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☐  Instalirao/la sam ChatGPT ili Gemini aplikaciju na mobitel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☐  Poslao/la sam prvi prompt ChatGPT-u i dobio/la odgovor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☐  Isprobao/la sam glasovni unos (mikrofon u aplikaciji)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☐  Učitao/la fotografiju u ChatGPT i postavio/la pitanje o njoj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☐  Otvorio/la Canva.com i pregledao/la predloške čestitaka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☐  Isprobao/la generiranje slike u Copilot-u ili ChatGPT-u</a:t>
            </a:r>
            <a:endParaRPr lang="en-US" sz="20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444444"/>
                </a:solidFill>
              </a:rPr>
              <a:t>☐  Osjetljive podatke (PIN, OIB, lozinka) NIKAD ne unosim u AI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C0000"/>
                </a:solidFill>
              </a:rPr>
              <a:t>Zaključak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6583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DDDDDD"/>
                </a:solidFill>
              </a:rPr>
              <a:t>AI nije opasan ni zastrašujuć — to je alat poput mobitela. Uči se upotrebom.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DDDDDD"/>
                </a:solidFill>
              </a:rPr>
              <a:t>Besplatno je dovoljno: ChatGPT, Gemini, Copilot i Canva zadovoljavaju 90% potreba.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DDDDDD"/>
                </a:solidFill>
              </a:rPr>
              <a:t>AI griješi — provjera informacija ostaje naša odgovornost.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DDDDDD"/>
                </a:solidFill>
              </a:rPr>
              <a:t>Osobni podaci = tabu: PIN, OIB, lozinka, broj kartice nikad ne idu u chatbot.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DDDDDD"/>
                </a:solidFill>
              </a:rPr>
              <a:t>Počnite malo — jedan prompt dnevno je dovoljan start. Za tjedan dana imat ćete naviku.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440740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88888"/>
                </a:solidFill>
              </a:rPr>
              <a:t>AI je alat. Vi ste mozak koji ga koristi.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200" y="4782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chatgpt.com  ·  gemini.google.com  ·  canva.com  ·  perplexity.ai  ·  notebooklm.google.com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685800"/>
            <a:ext cx="1828800" cy="182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766560" y="26974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Pitanja?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1407</Words>
  <Application>Microsoft Office PowerPoint</Application>
  <PresentationFormat>On-screen Show (16:9)</PresentationFormat>
  <Paragraphs>187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Alati u Svakodnevnom Životu</dc:title>
  <dc:subject>PptxGenJS Presentation</dc:subject>
  <dc:creator>PptxGenJS</dc:creator>
  <cp:lastModifiedBy>Bruno Bilandžić</cp:lastModifiedBy>
  <cp:revision>1</cp:revision>
  <dcterms:created xsi:type="dcterms:W3CDTF">2026-03-19T08:36:54Z</dcterms:created>
  <dcterms:modified xsi:type="dcterms:W3CDTF">2026-03-19T10:52:26Z</dcterms:modified>
</cp:coreProperties>
</file>