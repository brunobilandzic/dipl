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65" r:id="rId5"/>
    <p:sldId id="258" r:id="rId6"/>
    <p:sldId id="264" r:id="rId7"/>
    <p:sldId id="259" r:id="rId8"/>
    <p:sldId id="262" r:id="rId9"/>
    <p:sldId id="260" r:id="rId10"/>
    <p:sldId id="261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7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81C90-EA81-073D-E3B3-2A9E973B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BF6D1-0555-6AC9-B62C-D5D79E42D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0CD1E-EA92-7D1E-C62C-C97B25FFB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A6F12-FFFF-3B8C-D9A0-9FB9F2B60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66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548640"/>
            <a:ext cx="3474720" cy="3474720"/>
          </a:xfrm>
          <a:prstGeom prst="ellipse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91440"/>
            <a:ext cx="2286000" cy="2286000"/>
          </a:xfrm>
          <a:prstGeom prst="ellipse">
            <a:avLst/>
          </a:prstGeom>
          <a:solidFill>
            <a:srgbClr val="E8A922">
              <a:alpha val="60000"/>
            </a:srgbClr>
          </a:solidFill>
          <a:ln w="12700">
            <a:solidFill>
              <a:srgbClr val="E8A92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743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koristiti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Umjetnu Inteligenciju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Jednostavan vodič za svakodnevni život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 potrebno nikakvo predznanje  •  Korak po korak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je Umjetna Inteligencija?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je kao jako pametan asistent kojeg možete pitati bilo što — i odmah dobiti odgovor!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606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127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Traži informacije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Odgovori na pitanja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sekundi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2044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606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127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Razgovara s vama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Poput razgovora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prijateljem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8368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6060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3127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Razumije jezik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67512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Piše, prevodi,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sažima tekstove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8EE620-14B1-8AFB-026A-F8DB8E592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43" y="323804"/>
            <a:ext cx="5532375" cy="163054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Graphic 6" descr="Wave Gesture outline">
            <a:extLst>
              <a:ext uri="{FF2B5EF4-FFF2-40B4-BE49-F238E27FC236}">
                <a16:creationId xmlns:a16="http://schemas.microsoft.com/office/drawing/2014/main" id="{5BA25C3A-2D82-B138-1B50-B111B5655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8886" y="1881655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C6A9A9-7EF5-72BB-86E3-63338A834B64}"/>
              </a:ext>
            </a:extLst>
          </p:cNvPr>
          <p:cNvSpPr/>
          <p:nvPr/>
        </p:nvSpPr>
        <p:spPr>
          <a:xfrm rot="6076246">
            <a:off x="3236748" y="2086630"/>
            <a:ext cx="174674" cy="141885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2289FD-D225-2A9A-B01D-2E1786819B66}"/>
              </a:ext>
            </a:extLst>
          </p:cNvPr>
          <p:cNvSpPr/>
          <p:nvPr/>
        </p:nvSpPr>
        <p:spPr>
          <a:xfrm rot="21222773">
            <a:off x="4060390" y="2050828"/>
            <a:ext cx="391235" cy="2900817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Wave Gesture outline">
            <a:extLst>
              <a:ext uri="{FF2B5EF4-FFF2-40B4-BE49-F238E27FC236}">
                <a16:creationId xmlns:a16="http://schemas.microsoft.com/office/drawing/2014/main" id="{CF2ABCF7-9856-72AF-FFB6-91F192C515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48987" flipH="1">
            <a:off x="5537805" y="2480996"/>
            <a:ext cx="862355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2F12203-396D-1D94-89E7-A78808B14332}"/>
              </a:ext>
            </a:extLst>
          </p:cNvPr>
          <p:cNvSpPr/>
          <p:nvPr/>
        </p:nvSpPr>
        <p:spPr>
          <a:xfrm rot="6076246">
            <a:off x="4949082" y="2307806"/>
            <a:ext cx="174674" cy="141885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A622E-440D-3E06-A093-26F19263A6A1}"/>
              </a:ext>
            </a:extLst>
          </p:cNvPr>
          <p:cNvSpPr txBox="1"/>
          <p:nvPr/>
        </p:nvSpPr>
        <p:spPr>
          <a:xfrm>
            <a:off x="5805334" y="4159553"/>
            <a:ext cx="2026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CHAT GPT RAZGOVOR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FAE57B-EC3F-17E8-08E3-A5012E13BF66}"/>
              </a:ext>
            </a:extLst>
          </p:cNvPr>
          <p:cNvSpPr txBox="1"/>
          <p:nvPr/>
        </p:nvSpPr>
        <p:spPr>
          <a:xfrm>
            <a:off x="6471414" y="4498107"/>
            <a:ext cx="1199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KAO ČOVJEK…</a:t>
            </a:r>
          </a:p>
        </p:txBody>
      </p:sp>
    </p:spTree>
    <p:extLst>
      <p:ext uri="{BB962C8B-B14F-4D97-AF65-F5344CB8AC3E}">
        <p14:creationId xmlns:p14="http://schemas.microsoft.com/office/powerpoint/2010/main" val="423361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A7AE5-03BA-2654-2DCC-948F4173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AC0B9-B3DB-5156-E439-0E74E192B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43" y="323804"/>
            <a:ext cx="5532375" cy="163054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Graphic 6" descr="Wave Gesture outline">
            <a:extLst>
              <a:ext uri="{FF2B5EF4-FFF2-40B4-BE49-F238E27FC236}">
                <a16:creationId xmlns:a16="http://schemas.microsoft.com/office/drawing/2014/main" id="{9E7967F8-F45B-E87A-BCE0-E14746937C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8886" y="1881655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A09ECA-5FD1-363F-2F25-012C896FD358}"/>
              </a:ext>
            </a:extLst>
          </p:cNvPr>
          <p:cNvSpPr/>
          <p:nvPr/>
        </p:nvSpPr>
        <p:spPr>
          <a:xfrm rot="6076246">
            <a:off x="3236748" y="2086630"/>
            <a:ext cx="174674" cy="141885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9B60AD-0DD4-6C83-6391-4357B6E52343}"/>
              </a:ext>
            </a:extLst>
          </p:cNvPr>
          <p:cNvSpPr/>
          <p:nvPr/>
        </p:nvSpPr>
        <p:spPr>
          <a:xfrm rot="21222773">
            <a:off x="4060390" y="2050828"/>
            <a:ext cx="391235" cy="2900817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Wave Gesture outline">
            <a:extLst>
              <a:ext uri="{FF2B5EF4-FFF2-40B4-BE49-F238E27FC236}">
                <a16:creationId xmlns:a16="http://schemas.microsoft.com/office/drawing/2014/main" id="{B0BF7C46-CDE7-D9E7-D2C7-860B6DC09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48987" flipH="1">
            <a:off x="5537805" y="2480996"/>
            <a:ext cx="862355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40E0E36-7052-3952-8B8F-0A1AE5C90944}"/>
              </a:ext>
            </a:extLst>
          </p:cNvPr>
          <p:cNvSpPr/>
          <p:nvPr/>
        </p:nvSpPr>
        <p:spPr>
          <a:xfrm rot="6076246">
            <a:off x="4949082" y="2307806"/>
            <a:ext cx="174674" cy="141885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F1636-2C34-ABEF-3225-EFB5272DA51F}"/>
              </a:ext>
            </a:extLst>
          </p:cNvPr>
          <p:cNvSpPr txBox="1"/>
          <p:nvPr/>
        </p:nvSpPr>
        <p:spPr>
          <a:xfrm>
            <a:off x="5805334" y="4159553"/>
            <a:ext cx="2026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CHAT GPT RAZGOVOR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7CD51-8D71-EA5B-7EA5-4A95AC11DD56}"/>
              </a:ext>
            </a:extLst>
          </p:cNvPr>
          <p:cNvSpPr txBox="1"/>
          <p:nvPr/>
        </p:nvSpPr>
        <p:spPr>
          <a:xfrm>
            <a:off x="6471414" y="4498107"/>
            <a:ext cx="1199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KAO ČOVJEK…</a:t>
            </a:r>
          </a:p>
        </p:txBody>
      </p:sp>
    </p:spTree>
    <p:extLst>
      <p:ext uri="{BB962C8B-B14F-4D97-AF65-F5344CB8AC3E}">
        <p14:creationId xmlns:p14="http://schemas.microsoft.com/office/powerpoint/2010/main" val="116959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vam AI može pomoći?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600200"/>
          </a:xfrm>
          <a:prstGeom prst="rect">
            <a:avLst/>
          </a:prstGeom>
          <a:solidFill>
            <a:srgbClr val="EBF5EB"/>
          </a:solidFill>
          <a:ln w="12700">
            <a:solidFill>
              <a:srgbClr val="4CAF5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71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Zdravlje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34440" y="17556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Pitajte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zdravim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navikama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obavezno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savjetovati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stručnom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osobom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188720"/>
            <a:ext cx="3840480" cy="1600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980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371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Organizacija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577840" y="17556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Planiranje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dana,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putovanja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popis za kupovinu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3840480" cy="1600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661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200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Prijevod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234440" y="35844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Prevedite poruke,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e-mailove ili web stranice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800600" y="3017520"/>
            <a:ext cx="3840480" cy="1600200"/>
          </a:xfrm>
          <a:prstGeom prst="rect">
            <a:avLst/>
          </a:prstGeom>
          <a:solidFill>
            <a:srgbClr val="FCE4EC"/>
          </a:solidFill>
          <a:ln w="12700">
            <a:solidFill>
              <a:srgbClr val="E91E6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5661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200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Pretraživanje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5577840" y="35844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Recept, vremenska prognoza,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vijesti — sve na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jednom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mjestu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odabir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proizvoda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A479F7-1278-F516-F553-FB9B5A073CEA}"/>
              </a:ext>
            </a:extLst>
          </p:cNvPr>
          <p:cNvSpPr txBox="1"/>
          <p:nvPr/>
        </p:nvSpPr>
        <p:spPr>
          <a:xfrm>
            <a:off x="2163145" y="262793"/>
            <a:ext cx="10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PITANJE: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BF6AE-432F-7425-469A-D74658C83F1A}"/>
              </a:ext>
            </a:extLst>
          </p:cNvPr>
          <p:cNvSpPr txBox="1"/>
          <p:nvPr/>
        </p:nvSpPr>
        <p:spPr>
          <a:xfrm>
            <a:off x="3148928" y="220404"/>
            <a:ext cx="58436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“imam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problema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kašljem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doktor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mi je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dijagnosticirao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bronhitis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molim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 mi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pojasniš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zdravstveno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stanje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preporuči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mi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kako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 ga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tretiram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?”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B257A-6F24-D549-93E9-9845615ACAF4}"/>
              </a:ext>
            </a:extLst>
          </p:cNvPr>
          <p:cNvSpPr txBox="1"/>
          <p:nvPr/>
        </p:nvSpPr>
        <p:spPr>
          <a:xfrm>
            <a:off x="151391" y="1506776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ODGOVOR: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E2869-95BE-67B4-947C-EE2DFBA2EA62}"/>
              </a:ext>
            </a:extLst>
          </p:cNvPr>
          <p:cNvSpPr txBox="1"/>
          <p:nvPr/>
        </p:nvSpPr>
        <p:spPr>
          <a:xfrm>
            <a:off x="154418" y="1876108"/>
            <a:ext cx="883516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Bronhitis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je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upala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bronha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najčešće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nakon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virusne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infekcije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pa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zato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imate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kašalj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sluz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umor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ponekad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temperaturu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stezanje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prsima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Najčešće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liječi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odmorom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puno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tekućine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izbjegavanjem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dima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pušenja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po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potrebi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paracetamolom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ili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ibuprofenom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ako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ih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smijete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uzimati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Antibiotici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obično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ne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pomažu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osim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ako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liječnik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sumnja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bakterijsku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infekciju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Odmah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javite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liječniku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ako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imate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otežano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disanje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jaku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bol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prsima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krv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iskašljaju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ili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visoku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temperaturu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koja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ne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prolazi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8304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početi — 3 jednostavna koraka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2194560"/>
            <a:ext cx="54864" cy="22860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" cy="8229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554480" y="118872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126187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 web preglednik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162763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računalu ili mobitelu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 Chrome, Firefox ili Safari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3429000"/>
            <a:ext cx="54864" cy="22860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" cy="822960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554480" y="242316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92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0" y="249631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Idite na chatgpt.com ili claude.ai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286207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 stranice su besplatne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 trebaju instalaciju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554480" y="365760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28800" y="373075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Napišite svoje pitanje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409651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Kao da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SMS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poruku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prijatelju 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pisano, jasno i jednostavno</a:t>
            </a:r>
            <a:endParaRPr lang="en-US" sz="1400" dirty="0"/>
          </a:p>
        </p:txBody>
      </p:sp>
      <p:pic>
        <p:nvPicPr>
          <p:cNvPr id="1026" name="Picture 2" descr="World Wide Web Icon PNG Transparent Background, Free Download #3017 -  FreeIconsPNG">
            <a:extLst>
              <a:ext uri="{FF2B5EF4-FFF2-40B4-BE49-F238E27FC236}">
                <a16:creationId xmlns:a16="http://schemas.microsoft.com/office/drawing/2014/main" id="{D61C38CA-FD73-3861-F789-357875974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720" y="641820"/>
            <a:ext cx="1072680" cy="107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BAD86-F355-6B6B-19A0-6371AF1B4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970BDC-978F-C1DF-7458-1D6CD9191821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CE52E5-A18D-3AA9-7EA8-6D677799578A}"/>
              </a:ext>
            </a:extLst>
          </p:cNvPr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Instalacija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aplikacije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mobitel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040012-ADDC-AE40-B338-0C492E62D349}"/>
              </a:ext>
            </a:extLst>
          </p:cNvPr>
          <p:cNvSpPr/>
          <p:nvPr/>
        </p:nvSpPr>
        <p:spPr>
          <a:xfrm>
            <a:off x="749808" y="2194560"/>
            <a:ext cx="54864" cy="22860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B6BCEB-2799-A6E8-A592-C5A95120FB17}"/>
              </a:ext>
            </a:extLst>
          </p:cNvPr>
          <p:cNvSpPr/>
          <p:nvPr/>
        </p:nvSpPr>
        <p:spPr>
          <a:xfrm>
            <a:off x="457200" y="1188720"/>
            <a:ext cx="822960" cy="8229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5A33FAE-1246-2FC6-5BA1-AB6352659222}"/>
              </a:ext>
            </a:extLst>
          </p:cNvPr>
          <p:cNvSpPr/>
          <p:nvPr/>
        </p:nvSpPr>
        <p:spPr>
          <a:xfrm>
            <a:off x="457200" y="1234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AE26DE9-7D90-C7DC-1E5C-AAC45D82C873}"/>
              </a:ext>
            </a:extLst>
          </p:cNvPr>
          <p:cNvSpPr/>
          <p:nvPr/>
        </p:nvSpPr>
        <p:spPr>
          <a:xfrm>
            <a:off x="1554480" y="118872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872A695-6C69-64CD-026F-01F3D06E4F0A}"/>
              </a:ext>
            </a:extLst>
          </p:cNvPr>
          <p:cNvSpPr/>
          <p:nvPr/>
        </p:nvSpPr>
        <p:spPr>
          <a:xfrm>
            <a:off x="1828800" y="126187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</a:t>
            </a: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trgovinu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DFEEBE5-F0E8-5FAE-5B3D-6A79A1DAE40A}"/>
              </a:ext>
            </a:extLst>
          </p:cNvPr>
          <p:cNvSpPr/>
          <p:nvPr/>
        </p:nvSpPr>
        <p:spPr>
          <a:xfrm>
            <a:off x="1828800" y="162763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trgovinu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“Google Play”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android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“App store”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iPhone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mobitelima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94ED278-EAB2-D4D9-34E8-7AFD060D54D3}"/>
              </a:ext>
            </a:extLst>
          </p:cNvPr>
          <p:cNvSpPr/>
          <p:nvPr/>
        </p:nvSpPr>
        <p:spPr>
          <a:xfrm>
            <a:off x="749808" y="3429000"/>
            <a:ext cx="54864" cy="22860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39EAF25-9E60-2CE4-8F7B-C3712F459E52}"/>
              </a:ext>
            </a:extLst>
          </p:cNvPr>
          <p:cNvSpPr/>
          <p:nvPr/>
        </p:nvSpPr>
        <p:spPr>
          <a:xfrm>
            <a:off x="457200" y="2423160"/>
            <a:ext cx="822960" cy="822960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8C14CF-868F-3C2F-D24D-47A6900FA23C}"/>
              </a:ext>
            </a:extLst>
          </p:cNvPr>
          <p:cNvSpPr/>
          <p:nvPr/>
        </p:nvSpPr>
        <p:spPr>
          <a:xfrm>
            <a:off x="457200" y="24688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EF59984-0ABF-61D0-808B-F4E210854CA2}"/>
              </a:ext>
            </a:extLst>
          </p:cNvPr>
          <p:cNvSpPr/>
          <p:nvPr/>
        </p:nvSpPr>
        <p:spPr>
          <a:xfrm>
            <a:off x="1554480" y="242316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92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A6F74E7-1DC6-7849-B6A6-42710BBCAFA2}"/>
              </a:ext>
            </a:extLst>
          </p:cNvPr>
          <p:cNvSpPr/>
          <p:nvPr/>
        </p:nvSpPr>
        <p:spPr>
          <a:xfrm>
            <a:off x="1828800" y="249631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Pretražite</a:t>
            </a: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“Claude” </a:t>
            </a:r>
            <a:r>
              <a:rPr lang="en-US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257D94A-6EFE-298B-3AE2-CDDF87DF40CA}"/>
              </a:ext>
            </a:extLst>
          </p:cNvPr>
          <p:cNvSpPr/>
          <p:nvPr/>
        </p:nvSpPr>
        <p:spPr>
          <a:xfrm>
            <a:off x="1828800" y="286207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instaliraj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A6DA1B1-D565-08C5-CF9B-E21ED17554F9}"/>
              </a:ext>
            </a:extLst>
          </p:cNvPr>
          <p:cNvSpPr/>
          <p:nvPr/>
        </p:nvSpPr>
        <p:spPr>
          <a:xfrm>
            <a:off x="457200" y="365760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E258BE9-DB9A-3C8A-EC63-E9E2F2F8EEDC}"/>
              </a:ext>
            </a:extLst>
          </p:cNvPr>
          <p:cNvSpPr/>
          <p:nvPr/>
        </p:nvSpPr>
        <p:spPr>
          <a:xfrm>
            <a:off x="457200" y="37033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8B3F568-B490-5A17-A0DA-3D1CD1F6E75E}"/>
              </a:ext>
            </a:extLst>
          </p:cNvPr>
          <p:cNvSpPr/>
          <p:nvPr/>
        </p:nvSpPr>
        <p:spPr>
          <a:xfrm>
            <a:off x="1554480" y="365760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CF0A243-1171-9262-C459-DCAFA047DDAC}"/>
              </a:ext>
            </a:extLst>
          </p:cNvPr>
          <p:cNvSpPr/>
          <p:nvPr/>
        </p:nvSpPr>
        <p:spPr>
          <a:xfrm>
            <a:off x="1828800" y="373075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Napišite svoje pitanje</a:t>
            </a:r>
            <a:endParaRPr lang="en-US" sz="1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537CE15-B190-6BE7-DDB3-F4A62163F7DB}"/>
              </a:ext>
            </a:extLst>
          </p:cNvPr>
          <p:cNvSpPr/>
          <p:nvPr/>
        </p:nvSpPr>
        <p:spPr>
          <a:xfrm>
            <a:off x="1828800" y="409651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instaliranu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aplikaciju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upitajte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želite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A532E6-3F49-BFA2-09AA-4277CD667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574" y="2328673"/>
            <a:ext cx="770919" cy="7709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93B29C-4B34-EF45-CBD4-C7F2BDDFB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126" y="2793904"/>
            <a:ext cx="725427" cy="725427"/>
          </a:xfrm>
          <a:prstGeom prst="rect">
            <a:avLst/>
          </a:prstGeom>
        </p:spPr>
      </p:pic>
      <p:pic>
        <p:nvPicPr>
          <p:cNvPr id="25" name="Picture 24" descr="Symbol Icon Cell Phone PNG Transparent Background, Free Download #7438 -  FreeIconsPNG">
            <a:extLst>
              <a:ext uri="{FF2B5EF4-FFF2-40B4-BE49-F238E27FC236}">
                <a16:creationId xmlns:a16="http://schemas.microsoft.com/office/drawing/2014/main" id="{4F80EA85-7E49-15AB-4A77-EBB1C81B1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361" y="566177"/>
            <a:ext cx="814317" cy="81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42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 savjeti i sigurnost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FDF3DC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704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704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Savjeti za bolji rezultat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01168" cy="201168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Budite konkretni: "Recept za juhu od povrća"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201168" cy="201168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24231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odgovor nije jasan, pitajte opet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154680"/>
            <a:ext cx="201168" cy="201168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108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Možete pisati na hrvatskom jeziku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840480"/>
            <a:ext cx="201168" cy="201168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3794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Koristite kratke rečenice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37760" y="11704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Budite oprezni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892040" y="178308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212080" y="1737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Nemojte dijeliti lozinke ili broj kartice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892040" y="246888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212080" y="24231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može pogriješiti — provjerite važne info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892040" y="315468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212080" y="3108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Stručna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Osoba &gt;&gt; ai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uvijek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892040" y="384048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12080" y="3794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Koristite samo poznate i provjerene stranice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2E6DA4">
              <a:alpha val="30000"/>
            </a:srgbClr>
          </a:solidFill>
          <a:ln w="12700">
            <a:solidFill>
              <a:srgbClr val="2E6DA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E8A922">
              <a:alpha val="30000"/>
            </a:srgbClr>
          </a:solidFill>
          <a:ln w="12700">
            <a:solidFill>
              <a:srgbClr val="E8A92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je tu da vam pomogne!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331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morate znati sve odjednom.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Pokušajte jedno pitanje danas — i vidite što se dogodi.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011680" y="3520440"/>
            <a:ext cx="5120640" cy="868680"/>
          </a:xfrm>
          <a:prstGeom prst="rect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011680" y="35661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Probajte: chatgpt.com  ili  claude.ai</a:t>
            </a:r>
          </a:p>
          <a:p>
            <a:pPr marL="0" indent="0" algn="ctr">
              <a:buNone/>
            </a:pPr>
            <a:r>
              <a:rPr lang="en-US" sz="20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Pitanja? Slobodno pitajte!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449</Words>
  <Application>Microsoft Office PowerPoint</Application>
  <PresentationFormat>On-screen Show (16:9)</PresentationFormat>
  <Paragraphs>82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ADLaM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Bruno Bilandžić</cp:lastModifiedBy>
  <cp:revision>6</cp:revision>
  <dcterms:created xsi:type="dcterms:W3CDTF">2026-03-30T13:38:37Z</dcterms:created>
  <dcterms:modified xsi:type="dcterms:W3CDTF">2026-03-31T12:27:01Z</dcterms:modified>
</cp:coreProperties>
</file>